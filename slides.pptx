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81" r:id="rId2"/>
    <p:sldId id="375" r:id="rId3"/>
    <p:sldId id="408" r:id="rId4"/>
    <p:sldId id="409" r:id="rId5"/>
    <p:sldId id="410" r:id="rId6"/>
    <p:sldId id="411" r:id="rId7"/>
    <p:sldId id="412" r:id="rId8"/>
    <p:sldId id="311" r:id="rId9"/>
  </p:sldIdLst>
  <p:sldSz cx="12192000" cy="6858000"/>
  <p:notesSz cx="7315200" cy="96012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4FF464B-9DB7-4BC3-9902-DB8054547AFB}">
          <p14:sldIdLst>
            <p14:sldId id="281"/>
            <p14:sldId id="375"/>
            <p14:sldId id="408"/>
            <p14:sldId id="409"/>
            <p14:sldId id="410"/>
            <p14:sldId id="411"/>
            <p14:sldId id="412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22B"/>
    <a:srgbClr val="294060"/>
    <a:srgbClr val="183668"/>
    <a:srgbClr val="02558B"/>
    <a:srgbClr val="F3F2F1"/>
    <a:srgbClr val="E6E6E6"/>
    <a:srgbClr val="FFFFFF"/>
    <a:srgbClr val="FF9900"/>
    <a:srgbClr val="00779A"/>
    <a:srgbClr val="1C76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8" autoAdjust="0"/>
    <p:restoredTop sz="89100" autoAdjust="0"/>
  </p:normalViewPr>
  <p:slideViewPr>
    <p:cSldViewPr snapToGrid="0" showGuides="1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398"/>
    </p:cViewPr>
  </p:sorterViewPr>
  <p:notesViewPr>
    <p:cSldViewPr snapToGrid="0">
      <p:cViewPr varScale="1">
        <p:scale>
          <a:sx n="120" d="100"/>
          <a:sy n="120" d="100"/>
        </p:scale>
        <p:origin x="448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9794B4-D4A1-4146-A95F-FFC0AAD29F7E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45EE7AA3-C849-41ED-90CB-2096813C397C}">
      <dgm:prSet phldrT="[Text]" custT="1"/>
      <dgm:spPr/>
      <dgm:t>
        <a:bodyPr/>
        <a:lstStyle/>
        <a:p>
          <a:r>
            <a:rPr lang="en-US" sz="2000" dirty="0"/>
            <a:t>Impact statements</a:t>
          </a:r>
          <a:br>
            <a:rPr lang="en-US" sz="2000" dirty="0"/>
          </a:br>
          <a:r>
            <a:rPr lang="en-US" sz="2000" dirty="0"/>
            <a:t>in every publication</a:t>
          </a:r>
        </a:p>
      </dgm:t>
    </dgm:pt>
    <dgm:pt modelId="{E629B06D-C4D3-40D9-8409-D277CD2F35FD}" type="parTrans" cxnId="{E4C184DA-D77E-493F-93AB-3520F5FF9D3D}">
      <dgm:prSet/>
      <dgm:spPr/>
      <dgm:t>
        <a:bodyPr/>
        <a:lstStyle/>
        <a:p>
          <a:endParaRPr lang="en-US"/>
        </a:p>
      </dgm:t>
    </dgm:pt>
    <dgm:pt modelId="{6E33A95F-BEB4-463E-B8FE-A84093EB866A}" type="sibTrans" cxnId="{E4C184DA-D77E-493F-93AB-3520F5FF9D3D}">
      <dgm:prSet/>
      <dgm:spPr/>
      <dgm:t>
        <a:bodyPr/>
        <a:lstStyle/>
        <a:p>
          <a:endParaRPr lang="en-US"/>
        </a:p>
      </dgm:t>
    </dgm:pt>
    <dgm:pt modelId="{775FE33B-2036-4AC3-8AB7-3F16FC5D8842}">
      <dgm:prSet phldrT="[Text]" custT="1"/>
      <dgm:spPr/>
      <dgm:t>
        <a:bodyPr/>
        <a:lstStyle/>
        <a:p>
          <a:r>
            <a:rPr lang="en-US" sz="1400" dirty="0"/>
            <a:t>Individual awareness</a:t>
          </a:r>
        </a:p>
      </dgm:t>
    </dgm:pt>
    <dgm:pt modelId="{174095CE-8BAB-416A-A2B4-1C08A8ACEA5F}" type="parTrans" cxnId="{C77CBE99-15AF-4512-B2A4-03BBDFCA4C60}">
      <dgm:prSet/>
      <dgm:spPr/>
      <dgm:t>
        <a:bodyPr/>
        <a:lstStyle/>
        <a:p>
          <a:endParaRPr lang="en-US"/>
        </a:p>
      </dgm:t>
    </dgm:pt>
    <dgm:pt modelId="{D6CD6938-E278-44AC-B91B-760C17C3E8CB}" type="sibTrans" cxnId="{C77CBE99-15AF-4512-B2A4-03BBDFCA4C60}">
      <dgm:prSet/>
      <dgm:spPr/>
      <dgm:t>
        <a:bodyPr/>
        <a:lstStyle/>
        <a:p>
          <a:endParaRPr lang="en-US"/>
        </a:p>
      </dgm:t>
    </dgm:pt>
    <dgm:pt modelId="{F297AB06-BC5C-4CBB-B4F5-6E4B47C10198}">
      <dgm:prSet phldrT="[Text]" custT="1"/>
      <dgm:spPr/>
      <dgm:t>
        <a:bodyPr/>
        <a:lstStyle/>
        <a:p>
          <a:r>
            <a:rPr lang="en-US" sz="1600" dirty="0"/>
            <a:t>Pioneering</a:t>
          </a:r>
        </a:p>
        <a:p>
          <a:r>
            <a:rPr lang="en-US" sz="1600" dirty="0"/>
            <a:t>work</a:t>
          </a:r>
        </a:p>
      </dgm:t>
    </dgm:pt>
    <dgm:pt modelId="{D429893C-7B12-491D-9DA2-F13009357D8E}" type="parTrans" cxnId="{99DBF590-20A2-44DE-A988-3B2501A00152}">
      <dgm:prSet/>
      <dgm:spPr/>
      <dgm:t>
        <a:bodyPr/>
        <a:lstStyle/>
        <a:p>
          <a:endParaRPr lang="en-US"/>
        </a:p>
      </dgm:t>
    </dgm:pt>
    <dgm:pt modelId="{3B434AB5-FD71-46F2-862C-556F44414040}" type="sibTrans" cxnId="{99DBF590-20A2-44DE-A988-3B2501A00152}">
      <dgm:prSet/>
      <dgm:spPr/>
      <dgm:t>
        <a:bodyPr/>
        <a:lstStyle/>
        <a:p>
          <a:endParaRPr lang="en-US"/>
        </a:p>
      </dgm:t>
    </dgm:pt>
    <dgm:pt modelId="{015246BD-9DEC-402E-A484-A22BC3A93D66}" type="pres">
      <dgm:prSet presAssocID="{BB9794B4-D4A1-4146-A95F-FFC0AAD29F7E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F9FE121-5159-463C-83E4-007AA7D22B36}" type="pres">
      <dgm:prSet presAssocID="{45EE7AA3-C849-41ED-90CB-2096813C39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049EC58-2814-4279-86B5-D3321290F0D3}" type="pres">
      <dgm:prSet presAssocID="{45EE7AA3-C849-41ED-90CB-2096813C397C}" presName="gear1srcNode" presStyleLbl="node1" presStyleIdx="0" presStyleCnt="3"/>
      <dgm:spPr/>
    </dgm:pt>
    <dgm:pt modelId="{434E53AE-2E40-419F-93E7-210306A72A1D}" type="pres">
      <dgm:prSet presAssocID="{45EE7AA3-C849-41ED-90CB-2096813C397C}" presName="gear1dstNode" presStyleLbl="node1" presStyleIdx="0" presStyleCnt="3"/>
      <dgm:spPr/>
    </dgm:pt>
    <dgm:pt modelId="{07D8432B-6CBB-496B-99B3-8EC930ACA1DD}" type="pres">
      <dgm:prSet presAssocID="{775FE33B-2036-4AC3-8AB7-3F16FC5D8842}" presName="gear2" presStyleLbl="node1" presStyleIdx="1" presStyleCnt="3">
        <dgm:presLayoutVars>
          <dgm:chMax val="1"/>
          <dgm:bulletEnabled val="1"/>
        </dgm:presLayoutVars>
      </dgm:prSet>
      <dgm:spPr/>
    </dgm:pt>
    <dgm:pt modelId="{9CF5DAB8-E23D-44B3-9389-6338E23F4C9F}" type="pres">
      <dgm:prSet presAssocID="{775FE33B-2036-4AC3-8AB7-3F16FC5D8842}" presName="gear2srcNode" presStyleLbl="node1" presStyleIdx="1" presStyleCnt="3"/>
      <dgm:spPr/>
    </dgm:pt>
    <dgm:pt modelId="{37E4BCA4-1344-48AB-92AC-56B84B66450C}" type="pres">
      <dgm:prSet presAssocID="{775FE33B-2036-4AC3-8AB7-3F16FC5D8842}" presName="gear2dstNode" presStyleLbl="node1" presStyleIdx="1" presStyleCnt="3"/>
      <dgm:spPr/>
    </dgm:pt>
    <dgm:pt modelId="{D66A419F-1F6C-438A-B093-C9CCA60A3E18}" type="pres">
      <dgm:prSet presAssocID="{F297AB06-BC5C-4CBB-B4F5-6E4B47C10198}" presName="gear3" presStyleLbl="node1" presStyleIdx="2" presStyleCnt="3"/>
      <dgm:spPr/>
    </dgm:pt>
    <dgm:pt modelId="{7F75C55A-26EA-469A-AB0A-96EF57AAA640}" type="pres">
      <dgm:prSet presAssocID="{F297AB06-BC5C-4CBB-B4F5-6E4B47C1019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81F1F637-69E9-4664-B170-656FF101E534}" type="pres">
      <dgm:prSet presAssocID="{F297AB06-BC5C-4CBB-B4F5-6E4B47C10198}" presName="gear3srcNode" presStyleLbl="node1" presStyleIdx="2" presStyleCnt="3"/>
      <dgm:spPr/>
    </dgm:pt>
    <dgm:pt modelId="{8EAFEB60-E357-4CBB-A328-205760F98962}" type="pres">
      <dgm:prSet presAssocID="{F297AB06-BC5C-4CBB-B4F5-6E4B47C10198}" presName="gear3dstNode" presStyleLbl="node1" presStyleIdx="2" presStyleCnt="3"/>
      <dgm:spPr/>
    </dgm:pt>
    <dgm:pt modelId="{5EC51DAE-9987-4C34-97A1-9FDBF3D4AE88}" type="pres">
      <dgm:prSet presAssocID="{6E33A95F-BEB4-463E-B8FE-A84093EB866A}" presName="connector1" presStyleLbl="sibTrans2D1" presStyleIdx="0" presStyleCnt="3"/>
      <dgm:spPr/>
    </dgm:pt>
    <dgm:pt modelId="{D28726D9-2313-4EBF-952A-A6E8BEB5FCFB}" type="pres">
      <dgm:prSet presAssocID="{D6CD6938-E278-44AC-B91B-760C17C3E8CB}" presName="connector2" presStyleLbl="sibTrans2D1" presStyleIdx="1" presStyleCnt="3"/>
      <dgm:spPr/>
    </dgm:pt>
    <dgm:pt modelId="{3005B7C9-4E37-4DC5-A9D0-0F8D863DC407}" type="pres">
      <dgm:prSet presAssocID="{3B434AB5-FD71-46F2-862C-556F44414040}" presName="connector3" presStyleLbl="sibTrans2D1" presStyleIdx="2" presStyleCnt="3"/>
      <dgm:spPr/>
    </dgm:pt>
  </dgm:ptLst>
  <dgm:cxnLst>
    <dgm:cxn modelId="{1D985B0B-7C7F-4F9D-AA31-6DEA759144E5}" type="presOf" srcId="{D6CD6938-E278-44AC-B91B-760C17C3E8CB}" destId="{D28726D9-2313-4EBF-952A-A6E8BEB5FCFB}" srcOrd="0" destOrd="0" presId="urn:microsoft.com/office/officeart/2005/8/layout/gear1"/>
    <dgm:cxn modelId="{1FB1A229-9E55-4D24-8C70-2067CF6D37C2}" type="presOf" srcId="{F297AB06-BC5C-4CBB-B4F5-6E4B47C10198}" destId="{7F75C55A-26EA-469A-AB0A-96EF57AAA640}" srcOrd="1" destOrd="0" presId="urn:microsoft.com/office/officeart/2005/8/layout/gear1"/>
    <dgm:cxn modelId="{62290135-CE70-4B3F-8177-3B39007537C6}" type="presOf" srcId="{45EE7AA3-C849-41ED-90CB-2096813C397C}" destId="{434E53AE-2E40-419F-93E7-210306A72A1D}" srcOrd="2" destOrd="0" presId="urn:microsoft.com/office/officeart/2005/8/layout/gear1"/>
    <dgm:cxn modelId="{44567B35-EE43-4F21-8D6C-3287D424E3A4}" type="presOf" srcId="{BB9794B4-D4A1-4146-A95F-FFC0AAD29F7E}" destId="{015246BD-9DEC-402E-A484-A22BC3A93D66}" srcOrd="0" destOrd="0" presId="urn:microsoft.com/office/officeart/2005/8/layout/gear1"/>
    <dgm:cxn modelId="{2A393F65-16E6-48F8-9B54-1DCC5F42301A}" type="presOf" srcId="{3B434AB5-FD71-46F2-862C-556F44414040}" destId="{3005B7C9-4E37-4DC5-A9D0-0F8D863DC407}" srcOrd="0" destOrd="0" presId="urn:microsoft.com/office/officeart/2005/8/layout/gear1"/>
    <dgm:cxn modelId="{1DBC7675-7E03-4035-A45C-D440C5804D66}" type="presOf" srcId="{F297AB06-BC5C-4CBB-B4F5-6E4B47C10198}" destId="{D66A419F-1F6C-438A-B093-C9CCA60A3E18}" srcOrd="0" destOrd="0" presId="urn:microsoft.com/office/officeart/2005/8/layout/gear1"/>
    <dgm:cxn modelId="{99DBF590-20A2-44DE-A988-3B2501A00152}" srcId="{BB9794B4-D4A1-4146-A95F-FFC0AAD29F7E}" destId="{F297AB06-BC5C-4CBB-B4F5-6E4B47C10198}" srcOrd="2" destOrd="0" parTransId="{D429893C-7B12-491D-9DA2-F13009357D8E}" sibTransId="{3B434AB5-FD71-46F2-862C-556F44414040}"/>
    <dgm:cxn modelId="{C77CBE99-15AF-4512-B2A4-03BBDFCA4C60}" srcId="{BB9794B4-D4A1-4146-A95F-FFC0AAD29F7E}" destId="{775FE33B-2036-4AC3-8AB7-3F16FC5D8842}" srcOrd="1" destOrd="0" parTransId="{174095CE-8BAB-416A-A2B4-1C08A8ACEA5F}" sibTransId="{D6CD6938-E278-44AC-B91B-760C17C3E8CB}"/>
    <dgm:cxn modelId="{C2F7A3B1-0CCD-4180-B7D5-B71836E4E128}" type="presOf" srcId="{775FE33B-2036-4AC3-8AB7-3F16FC5D8842}" destId="{37E4BCA4-1344-48AB-92AC-56B84B66450C}" srcOrd="2" destOrd="0" presId="urn:microsoft.com/office/officeart/2005/8/layout/gear1"/>
    <dgm:cxn modelId="{79846CBE-7BC1-4FA1-9F56-C52CC360FF86}" type="presOf" srcId="{45EE7AA3-C849-41ED-90CB-2096813C397C}" destId="{2049EC58-2814-4279-86B5-D3321290F0D3}" srcOrd="1" destOrd="0" presId="urn:microsoft.com/office/officeart/2005/8/layout/gear1"/>
    <dgm:cxn modelId="{079F2DC1-13CF-4E4A-86AB-8F0FFCC53361}" type="presOf" srcId="{775FE33B-2036-4AC3-8AB7-3F16FC5D8842}" destId="{9CF5DAB8-E23D-44B3-9389-6338E23F4C9F}" srcOrd="1" destOrd="0" presId="urn:microsoft.com/office/officeart/2005/8/layout/gear1"/>
    <dgm:cxn modelId="{7834FAC9-ED89-46ED-9276-14CDEA3FD7E2}" type="presOf" srcId="{F297AB06-BC5C-4CBB-B4F5-6E4B47C10198}" destId="{8EAFEB60-E357-4CBB-A328-205760F98962}" srcOrd="3" destOrd="0" presId="urn:microsoft.com/office/officeart/2005/8/layout/gear1"/>
    <dgm:cxn modelId="{E112EECE-CE3F-4781-BA05-CA1B450CDAC1}" type="presOf" srcId="{775FE33B-2036-4AC3-8AB7-3F16FC5D8842}" destId="{07D8432B-6CBB-496B-99B3-8EC930ACA1DD}" srcOrd="0" destOrd="0" presId="urn:microsoft.com/office/officeart/2005/8/layout/gear1"/>
    <dgm:cxn modelId="{4C1A92CF-518D-4978-89AF-372E85DFF2B7}" type="presOf" srcId="{F297AB06-BC5C-4CBB-B4F5-6E4B47C10198}" destId="{81F1F637-69E9-4664-B170-656FF101E534}" srcOrd="2" destOrd="0" presId="urn:microsoft.com/office/officeart/2005/8/layout/gear1"/>
    <dgm:cxn modelId="{E4C184DA-D77E-493F-93AB-3520F5FF9D3D}" srcId="{BB9794B4-D4A1-4146-A95F-FFC0AAD29F7E}" destId="{45EE7AA3-C849-41ED-90CB-2096813C397C}" srcOrd="0" destOrd="0" parTransId="{E629B06D-C4D3-40D9-8409-D277CD2F35FD}" sibTransId="{6E33A95F-BEB4-463E-B8FE-A84093EB866A}"/>
    <dgm:cxn modelId="{D79914E7-F7C5-444C-959A-8882371AD6ED}" type="presOf" srcId="{45EE7AA3-C849-41ED-90CB-2096813C397C}" destId="{8F9FE121-5159-463C-83E4-007AA7D22B36}" srcOrd="0" destOrd="0" presId="urn:microsoft.com/office/officeart/2005/8/layout/gear1"/>
    <dgm:cxn modelId="{9B222BF4-B1CE-4A81-A657-F3C53F00AE06}" type="presOf" srcId="{6E33A95F-BEB4-463E-B8FE-A84093EB866A}" destId="{5EC51DAE-9987-4C34-97A1-9FDBF3D4AE88}" srcOrd="0" destOrd="0" presId="urn:microsoft.com/office/officeart/2005/8/layout/gear1"/>
    <dgm:cxn modelId="{3F347D8F-AEF5-47AB-98ED-72A053495952}" type="presParOf" srcId="{015246BD-9DEC-402E-A484-A22BC3A93D66}" destId="{8F9FE121-5159-463C-83E4-007AA7D22B36}" srcOrd="0" destOrd="0" presId="urn:microsoft.com/office/officeart/2005/8/layout/gear1"/>
    <dgm:cxn modelId="{073628F8-053D-46E1-B12D-AA4553F5F2DB}" type="presParOf" srcId="{015246BD-9DEC-402E-A484-A22BC3A93D66}" destId="{2049EC58-2814-4279-86B5-D3321290F0D3}" srcOrd="1" destOrd="0" presId="urn:microsoft.com/office/officeart/2005/8/layout/gear1"/>
    <dgm:cxn modelId="{C6ABE4D5-41A3-4414-859D-01E7C1E0672E}" type="presParOf" srcId="{015246BD-9DEC-402E-A484-A22BC3A93D66}" destId="{434E53AE-2E40-419F-93E7-210306A72A1D}" srcOrd="2" destOrd="0" presId="urn:microsoft.com/office/officeart/2005/8/layout/gear1"/>
    <dgm:cxn modelId="{2E8F44A7-7D17-42C0-9BA3-9514BB836145}" type="presParOf" srcId="{015246BD-9DEC-402E-A484-A22BC3A93D66}" destId="{07D8432B-6CBB-496B-99B3-8EC930ACA1DD}" srcOrd="3" destOrd="0" presId="urn:microsoft.com/office/officeart/2005/8/layout/gear1"/>
    <dgm:cxn modelId="{4CD6458E-B707-40FD-AEC7-96ABCCD42393}" type="presParOf" srcId="{015246BD-9DEC-402E-A484-A22BC3A93D66}" destId="{9CF5DAB8-E23D-44B3-9389-6338E23F4C9F}" srcOrd="4" destOrd="0" presId="urn:microsoft.com/office/officeart/2005/8/layout/gear1"/>
    <dgm:cxn modelId="{9DFF0B64-EFE6-4415-BC8D-7809ED17FA61}" type="presParOf" srcId="{015246BD-9DEC-402E-A484-A22BC3A93D66}" destId="{37E4BCA4-1344-48AB-92AC-56B84B66450C}" srcOrd="5" destOrd="0" presId="urn:microsoft.com/office/officeart/2005/8/layout/gear1"/>
    <dgm:cxn modelId="{A9C75668-2CE4-4EFF-9003-3B149C1F7054}" type="presParOf" srcId="{015246BD-9DEC-402E-A484-A22BC3A93D66}" destId="{D66A419F-1F6C-438A-B093-C9CCA60A3E18}" srcOrd="6" destOrd="0" presId="urn:microsoft.com/office/officeart/2005/8/layout/gear1"/>
    <dgm:cxn modelId="{F38370B8-D82A-42D8-B8D5-A5E5DE437220}" type="presParOf" srcId="{015246BD-9DEC-402E-A484-A22BC3A93D66}" destId="{7F75C55A-26EA-469A-AB0A-96EF57AAA640}" srcOrd="7" destOrd="0" presId="urn:microsoft.com/office/officeart/2005/8/layout/gear1"/>
    <dgm:cxn modelId="{F6F5F1A5-02F9-4277-B14B-8F58D4A5182B}" type="presParOf" srcId="{015246BD-9DEC-402E-A484-A22BC3A93D66}" destId="{81F1F637-69E9-4664-B170-656FF101E534}" srcOrd="8" destOrd="0" presId="urn:microsoft.com/office/officeart/2005/8/layout/gear1"/>
    <dgm:cxn modelId="{C81E594C-306D-45E8-AED5-EA67A85EA1AA}" type="presParOf" srcId="{015246BD-9DEC-402E-A484-A22BC3A93D66}" destId="{8EAFEB60-E357-4CBB-A328-205760F98962}" srcOrd="9" destOrd="0" presId="urn:microsoft.com/office/officeart/2005/8/layout/gear1"/>
    <dgm:cxn modelId="{303EDA2D-03C5-4B9C-8D9C-3F7AC8B805C4}" type="presParOf" srcId="{015246BD-9DEC-402E-A484-A22BC3A93D66}" destId="{5EC51DAE-9987-4C34-97A1-9FDBF3D4AE88}" srcOrd="10" destOrd="0" presId="urn:microsoft.com/office/officeart/2005/8/layout/gear1"/>
    <dgm:cxn modelId="{54506801-3175-4E65-BDA0-A0A424F6E8F3}" type="presParOf" srcId="{015246BD-9DEC-402E-A484-A22BC3A93D66}" destId="{D28726D9-2313-4EBF-952A-A6E8BEB5FCFB}" srcOrd="11" destOrd="0" presId="urn:microsoft.com/office/officeart/2005/8/layout/gear1"/>
    <dgm:cxn modelId="{738B9580-9D5F-4E05-8FD0-46C3D3A5E95B}" type="presParOf" srcId="{015246BD-9DEC-402E-A484-A22BC3A93D66}" destId="{3005B7C9-4E37-4DC5-A9D0-0F8D863DC407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FE121-5159-463C-83E4-007AA7D22B36}">
      <dsp:nvSpPr>
        <dsp:cNvPr id="0" name=""/>
        <dsp:cNvSpPr/>
      </dsp:nvSpPr>
      <dsp:spPr>
        <a:xfrm>
          <a:off x="3217245" y="2220399"/>
          <a:ext cx="2713822" cy="2713822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Impact statements</a:t>
          </a:r>
          <a:br>
            <a:rPr lang="en-US" sz="2000" kern="1200" dirty="0"/>
          </a:br>
          <a:r>
            <a:rPr lang="en-US" sz="2000" kern="1200" dirty="0"/>
            <a:t>in every publication</a:t>
          </a:r>
        </a:p>
      </dsp:txBody>
      <dsp:txXfrm>
        <a:off x="3762844" y="2856099"/>
        <a:ext cx="1622624" cy="1394960"/>
      </dsp:txXfrm>
    </dsp:sp>
    <dsp:sp modelId="{07D8432B-6CBB-496B-99B3-8EC930ACA1DD}">
      <dsp:nvSpPr>
        <dsp:cNvPr id="0" name=""/>
        <dsp:cNvSpPr/>
      </dsp:nvSpPr>
      <dsp:spPr>
        <a:xfrm>
          <a:off x="1638294" y="1578951"/>
          <a:ext cx="1973688" cy="1973688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Individual awareness</a:t>
          </a:r>
        </a:p>
      </dsp:txBody>
      <dsp:txXfrm>
        <a:off x="2135176" y="2078836"/>
        <a:ext cx="979924" cy="973918"/>
      </dsp:txXfrm>
    </dsp:sp>
    <dsp:sp modelId="{D66A419F-1F6C-438A-B093-C9CCA60A3E18}">
      <dsp:nvSpPr>
        <dsp:cNvPr id="0" name=""/>
        <dsp:cNvSpPr/>
      </dsp:nvSpPr>
      <dsp:spPr>
        <a:xfrm rot="20700000">
          <a:off x="2743761" y="217307"/>
          <a:ext cx="1933812" cy="1933812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Pioneering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work</a:t>
          </a:r>
        </a:p>
      </dsp:txBody>
      <dsp:txXfrm rot="-20700000">
        <a:off x="3167903" y="641448"/>
        <a:ext cx="1085528" cy="1085528"/>
      </dsp:txXfrm>
    </dsp:sp>
    <dsp:sp modelId="{5EC51DAE-9987-4C34-97A1-9FDBF3D4AE88}">
      <dsp:nvSpPr>
        <dsp:cNvPr id="0" name=""/>
        <dsp:cNvSpPr/>
      </dsp:nvSpPr>
      <dsp:spPr>
        <a:xfrm>
          <a:off x="3016777" y="1806205"/>
          <a:ext cx="3473692" cy="3473692"/>
        </a:xfrm>
        <a:prstGeom prst="circularArrow">
          <a:avLst>
            <a:gd name="adj1" fmla="val 4688"/>
            <a:gd name="adj2" fmla="val 299029"/>
            <a:gd name="adj3" fmla="val 2531390"/>
            <a:gd name="adj4" fmla="val 15828861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726D9-2313-4EBF-952A-A6E8BEB5FCFB}">
      <dsp:nvSpPr>
        <dsp:cNvPr id="0" name=""/>
        <dsp:cNvSpPr/>
      </dsp:nvSpPr>
      <dsp:spPr>
        <a:xfrm>
          <a:off x="1288757" y="1139072"/>
          <a:ext cx="2523854" cy="2523854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5B7C9-4E37-4DC5-A9D0-0F8D863DC407}">
      <dsp:nvSpPr>
        <dsp:cNvPr id="0" name=""/>
        <dsp:cNvSpPr/>
      </dsp:nvSpPr>
      <dsp:spPr>
        <a:xfrm>
          <a:off x="2296450" y="-209445"/>
          <a:ext cx="2721223" cy="2721223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028EFDA-A75E-49AB-9C1C-E96D5D8201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>
              <a:latin typeface="Work Sans" pitchFamily="2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DB3184-593B-4E78-B58C-DA62E4A2A4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C51B798-6D2C-417B-AF46-ECB70983C150}" type="datetimeFigureOut">
              <a:rPr lang="en-US" smtClean="0">
                <a:latin typeface="Work Sans" pitchFamily="2" charset="0"/>
              </a:rPr>
              <a:t>12/1/2025</a:t>
            </a:fld>
            <a:endParaRPr lang="en-US" dirty="0">
              <a:latin typeface="Work Sans" pitchFamily="2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15F87B-7E94-4DDB-9703-3B62B77C5F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>
              <a:latin typeface="Work Sans" pitchFamily="2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C9CA73-2501-4D43-9D8D-E09D9E3F3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8651251-5CB6-4896-AAF1-C5E7C80339FD}" type="slidenum">
              <a:rPr lang="en-US" smtClean="0">
                <a:latin typeface="Work Sans" pitchFamily="2" charset="0"/>
              </a:rPr>
              <a:t>‹Nr.›</a:t>
            </a:fld>
            <a:endParaRPr lang="en-US" dirty="0"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844965"/>
      </p:ext>
    </p:extLst>
  </p:cSld>
  <p:clrMap bg1="lt1" tx1="dk1" bg2="lt2" tx2="dk2" accent1="accent1" accent2="accent2" accent3="accent3" accent4="accent4" accent5="accent5" accent6="accent6" hlink="hlink" folHlink="folHlink"/>
  <p:extLst mod="1"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latin typeface="Work Sans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>
                <a:latin typeface="Work Sans" pitchFamily="2" charset="0"/>
              </a:defRPr>
            </a:lvl1pPr>
          </a:lstStyle>
          <a:p>
            <a:fld id="{0D00A665-AB63-487C-A689-A96D5AA0C864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585913" y="1200150"/>
            <a:ext cx="4143375" cy="233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>
                <a:latin typeface="Work Sans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>
                <a:latin typeface="Work Sans" pitchFamily="2" charset="0"/>
              </a:defRPr>
            </a:lvl1pPr>
          </a:lstStyle>
          <a:p>
            <a:fld id="{04629F0A-9DE2-44AB-9A84-CC28BAF7B39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665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kern="1200">
        <a:solidFill>
          <a:schemeClr val="accent1"/>
        </a:solidFill>
        <a:latin typeface="Work Sans SemiBold" pitchFamily="2" charset="0"/>
        <a:ea typeface="+mn-ea"/>
        <a:cs typeface="+mn-cs"/>
      </a:defRPr>
    </a:lvl1pPr>
    <a:lvl2pPr marL="180975" indent="-180975" algn="l" defTabSz="914400" rtl="0" eaLnBrk="1" latinLnBrk="0" hangingPunct="1">
      <a:buClr>
        <a:schemeClr val="accent1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Work Sans" pitchFamily="2" charset="0"/>
        <a:ea typeface="+mn-ea"/>
        <a:cs typeface="+mn-cs"/>
      </a:defRPr>
    </a:lvl2pPr>
    <a:lvl3pPr marL="360363" indent="-179388" algn="l" defTabSz="914400" rtl="0" eaLnBrk="1" latinLnBrk="0" hangingPunct="1">
      <a:buClr>
        <a:schemeClr val="bg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Work Sans" pitchFamily="2" charset="0"/>
        <a:ea typeface="+mn-ea"/>
        <a:cs typeface="+mn-cs"/>
      </a:defRPr>
    </a:lvl3pPr>
    <a:lvl4pPr marL="541338" indent="-180975" algn="l" defTabSz="914400" rtl="0" eaLnBrk="1" latinLnBrk="0" hangingPunct="1">
      <a:buClr>
        <a:schemeClr val="bg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Work Sans" pitchFamily="2" charset="0"/>
        <a:ea typeface="+mn-ea"/>
        <a:cs typeface="+mn-cs"/>
      </a:defRPr>
    </a:lvl4pPr>
    <a:lvl5pPr marL="722313" indent="-180975" algn="l" defTabSz="914400" rtl="0" eaLnBrk="1" latinLnBrk="0" hangingPunct="1">
      <a:buClr>
        <a:schemeClr val="bg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Work Sans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tags" Target="../tags/tag3.xml"/><Relationship Id="rId16" Type="http://schemas.openxmlformats.org/officeDocument/2006/relationships/image" Target="../media/image15.svg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tags" Target="../tags/tag8.xml"/><Relationship Id="rId16" Type="http://schemas.openxmlformats.org/officeDocument/2006/relationships/image" Target="../media/image15.svg"/><Relationship Id="rId1" Type="http://schemas.openxmlformats.org/officeDocument/2006/relationships/vmlDrawing" Target="../drawings/vmlDrawing7.v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oleObject" Target="../embeddings/oleObject7.bin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ihandform 20">
            <a:extLst>
              <a:ext uri="{FF2B5EF4-FFF2-40B4-BE49-F238E27FC236}">
                <a16:creationId xmlns:a16="http://schemas.microsoft.com/office/drawing/2014/main" id="{C5FE2E1F-BA4B-910C-42AB-316297CD9C27}"/>
              </a:ext>
            </a:extLst>
          </p:cNvPr>
          <p:cNvSpPr/>
          <p:nvPr userDrawn="1"/>
        </p:nvSpPr>
        <p:spPr>
          <a:xfrm rot="15744484">
            <a:off x="992685" y="-1588652"/>
            <a:ext cx="3521947" cy="6002043"/>
          </a:xfrm>
          <a:custGeom>
            <a:avLst/>
            <a:gdLst>
              <a:gd name="connsiteX0" fmla="*/ 0 w 4528868"/>
              <a:gd name="connsiteY0" fmla="*/ 0 h 5374256"/>
              <a:gd name="connsiteX1" fmla="*/ 4528868 w 4528868"/>
              <a:gd name="connsiteY1" fmla="*/ 8626 h 5374256"/>
              <a:gd name="connsiteX2" fmla="*/ 4520241 w 4528868"/>
              <a:gd name="connsiteY2" fmla="*/ 4416724 h 5374256"/>
              <a:gd name="connsiteX3" fmla="*/ 3191773 w 4528868"/>
              <a:gd name="connsiteY3" fmla="*/ 5374256 h 5374256"/>
              <a:gd name="connsiteX4" fmla="*/ 0 w 4528868"/>
              <a:gd name="connsiteY4" fmla="*/ 0 h 5374256"/>
              <a:gd name="connsiteX0" fmla="*/ 0 w 4528868"/>
              <a:gd name="connsiteY0" fmla="*/ 0 h 4944912"/>
              <a:gd name="connsiteX1" fmla="*/ 4528868 w 4528868"/>
              <a:gd name="connsiteY1" fmla="*/ 8626 h 4944912"/>
              <a:gd name="connsiteX2" fmla="*/ 4520241 w 4528868"/>
              <a:gd name="connsiteY2" fmla="*/ 4416724 h 4944912"/>
              <a:gd name="connsiteX3" fmla="*/ 2453788 w 4528868"/>
              <a:gd name="connsiteY3" fmla="*/ 4944912 h 4944912"/>
              <a:gd name="connsiteX4" fmla="*/ 0 w 4528868"/>
              <a:gd name="connsiteY4" fmla="*/ 0 h 4944912"/>
              <a:gd name="connsiteX0" fmla="*/ 0 w 4528868"/>
              <a:gd name="connsiteY0" fmla="*/ 0 h 4949837"/>
              <a:gd name="connsiteX1" fmla="*/ 4528868 w 4528868"/>
              <a:gd name="connsiteY1" fmla="*/ 8626 h 4949837"/>
              <a:gd name="connsiteX2" fmla="*/ 2411228 w 4528868"/>
              <a:gd name="connsiteY2" fmla="*/ 4949837 h 4949837"/>
              <a:gd name="connsiteX3" fmla="*/ 2453788 w 4528868"/>
              <a:gd name="connsiteY3" fmla="*/ 4944912 h 4949837"/>
              <a:gd name="connsiteX4" fmla="*/ 0 w 4528868"/>
              <a:gd name="connsiteY4" fmla="*/ 0 h 4949837"/>
              <a:gd name="connsiteX0" fmla="*/ 0 w 3196124"/>
              <a:gd name="connsiteY0" fmla="*/ 0 h 4949837"/>
              <a:gd name="connsiteX1" fmla="*/ 3196124 w 3196124"/>
              <a:gd name="connsiteY1" fmla="*/ 495434 h 4949837"/>
              <a:gd name="connsiteX2" fmla="*/ 2411228 w 3196124"/>
              <a:gd name="connsiteY2" fmla="*/ 4949837 h 4949837"/>
              <a:gd name="connsiteX3" fmla="*/ 2453788 w 3196124"/>
              <a:gd name="connsiteY3" fmla="*/ 4944912 h 4949837"/>
              <a:gd name="connsiteX4" fmla="*/ 0 w 3196124"/>
              <a:gd name="connsiteY4" fmla="*/ 0 h 4949837"/>
              <a:gd name="connsiteX0" fmla="*/ 0 w 2556957"/>
              <a:gd name="connsiteY0" fmla="*/ 0 h 4949837"/>
              <a:gd name="connsiteX1" fmla="*/ 2556957 w 2556957"/>
              <a:gd name="connsiteY1" fmla="*/ 445491 h 4949837"/>
              <a:gd name="connsiteX2" fmla="*/ 2411228 w 2556957"/>
              <a:gd name="connsiteY2" fmla="*/ 4949837 h 4949837"/>
              <a:gd name="connsiteX3" fmla="*/ 2453788 w 2556957"/>
              <a:gd name="connsiteY3" fmla="*/ 4944912 h 4949837"/>
              <a:gd name="connsiteX4" fmla="*/ 0 w 2556957"/>
              <a:gd name="connsiteY4" fmla="*/ 0 h 4949837"/>
              <a:gd name="connsiteX0" fmla="*/ 0 w 3079177"/>
              <a:gd name="connsiteY0" fmla="*/ 0 h 4949837"/>
              <a:gd name="connsiteX1" fmla="*/ 3079177 w 3079177"/>
              <a:gd name="connsiteY1" fmla="*/ 452872 h 4949837"/>
              <a:gd name="connsiteX2" fmla="*/ 2411228 w 3079177"/>
              <a:gd name="connsiteY2" fmla="*/ 4949837 h 4949837"/>
              <a:gd name="connsiteX3" fmla="*/ 2453788 w 3079177"/>
              <a:gd name="connsiteY3" fmla="*/ 4944912 h 4949837"/>
              <a:gd name="connsiteX4" fmla="*/ 0 w 3079177"/>
              <a:gd name="connsiteY4" fmla="*/ 0 h 4949837"/>
              <a:gd name="connsiteX0" fmla="*/ 0 w 3079177"/>
              <a:gd name="connsiteY0" fmla="*/ 0 h 4983024"/>
              <a:gd name="connsiteX1" fmla="*/ 3079177 w 3079177"/>
              <a:gd name="connsiteY1" fmla="*/ 452872 h 4983024"/>
              <a:gd name="connsiteX2" fmla="*/ 2411228 w 3079177"/>
              <a:gd name="connsiteY2" fmla="*/ 4949837 h 4983024"/>
              <a:gd name="connsiteX3" fmla="*/ 2219699 w 3079177"/>
              <a:gd name="connsiteY3" fmla="*/ 4983024 h 4983024"/>
              <a:gd name="connsiteX4" fmla="*/ 0 w 3079177"/>
              <a:gd name="connsiteY4" fmla="*/ 0 h 4983024"/>
              <a:gd name="connsiteX0" fmla="*/ 0 w 3079177"/>
              <a:gd name="connsiteY0" fmla="*/ 0 h 5425792"/>
              <a:gd name="connsiteX1" fmla="*/ 3079177 w 3079177"/>
              <a:gd name="connsiteY1" fmla="*/ 452872 h 5425792"/>
              <a:gd name="connsiteX2" fmla="*/ 2716116 w 3079177"/>
              <a:gd name="connsiteY2" fmla="*/ 5425792 h 5425792"/>
              <a:gd name="connsiteX3" fmla="*/ 2219699 w 3079177"/>
              <a:gd name="connsiteY3" fmla="*/ 4983024 h 5425792"/>
              <a:gd name="connsiteX4" fmla="*/ 0 w 3079177"/>
              <a:gd name="connsiteY4" fmla="*/ 0 h 5425792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117286"/>
              <a:gd name="connsiteY0" fmla="*/ 0 h 5042904"/>
              <a:gd name="connsiteX1" fmla="*/ 3117286 w 3117286"/>
              <a:gd name="connsiteY1" fmla="*/ 476607 h 5042904"/>
              <a:gd name="connsiteX2" fmla="*/ 2470436 w 3117286"/>
              <a:gd name="connsiteY2" fmla="*/ 5042904 h 5042904"/>
              <a:gd name="connsiteX3" fmla="*/ 2219699 w 3117286"/>
              <a:gd name="connsiteY3" fmla="*/ 4983024 h 5042904"/>
              <a:gd name="connsiteX4" fmla="*/ 0 w 3117286"/>
              <a:gd name="connsiteY4" fmla="*/ 0 h 5042904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272774 w 3170361"/>
              <a:gd name="connsiteY3" fmla="*/ 4903693 h 4963573"/>
              <a:gd name="connsiteX4" fmla="*/ 0 w 3170361"/>
              <a:gd name="connsiteY4" fmla="*/ 0 h 4963573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272774 w 3170361"/>
              <a:gd name="connsiteY3" fmla="*/ 4903693 h 4963573"/>
              <a:gd name="connsiteX4" fmla="*/ 0 w 3170361"/>
              <a:gd name="connsiteY4" fmla="*/ 0 h 4963573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525242 w 3170361"/>
              <a:gd name="connsiteY3" fmla="*/ 4953653 h 4963573"/>
              <a:gd name="connsiteX4" fmla="*/ 0 w 3170361"/>
              <a:gd name="connsiteY4" fmla="*/ 0 h 4963573"/>
              <a:gd name="connsiteX0" fmla="*/ 0 w 3173082"/>
              <a:gd name="connsiteY0" fmla="*/ 0 h 4963573"/>
              <a:gd name="connsiteX1" fmla="*/ 3173082 w 3173082"/>
              <a:gd name="connsiteY1" fmla="*/ 378537 h 4963573"/>
              <a:gd name="connsiteX2" fmla="*/ 2523511 w 3173082"/>
              <a:gd name="connsiteY2" fmla="*/ 4963573 h 4963573"/>
              <a:gd name="connsiteX3" fmla="*/ 2525242 w 3173082"/>
              <a:gd name="connsiteY3" fmla="*/ 4953653 h 4963573"/>
              <a:gd name="connsiteX4" fmla="*/ 0 w 3173082"/>
              <a:gd name="connsiteY4" fmla="*/ 0 h 496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3082" h="4963573">
                <a:moveTo>
                  <a:pt x="0" y="0"/>
                </a:moveTo>
                <a:lnTo>
                  <a:pt x="3173082" y="378537"/>
                </a:lnTo>
                <a:cubicBezTo>
                  <a:pt x="2987832" y="1816056"/>
                  <a:pt x="2718969" y="3527305"/>
                  <a:pt x="2523511" y="4963573"/>
                </a:cubicBezTo>
                <a:lnTo>
                  <a:pt x="2525242" y="495365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9000">
                <a:srgbClr val="0C122B"/>
              </a:gs>
              <a:gs pos="100000">
                <a:srgbClr val="DC387C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495B2FBE-DA85-5A91-A46B-089E402B4D2A}"/>
              </a:ext>
            </a:extLst>
          </p:cNvPr>
          <p:cNvSpPr/>
          <p:nvPr userDrawn="1"/>
        </p:nvSpPr>
        <p:spPr>
          <a:xfrm rot="6527892">
            <a:off x="6058682" y="577486"/>
            <a:ext cx="5588974" cy="7839322"/>
          </a:xfrm>
          <a:custGeom>
            <a:avLst/>
            <a:gdLst>
              <a:gd name="connsiteX0" fmla="*/ 0 w 4528868"/>
              <a:gd name="connsiteY0" fmla="*/ 0 h 5374256"/>
              <a:gd name="connsiteX1" fmla="*/ 4528868 w 4528868"/>
              <a:gd name="connsiteY1" fmla="*/ 8626 h 5374256"/>
              <a:gd name="connsiteX2" fmla="*/ 4520241 w 4528868"/>
              <a:gd name="connsiteY2" fmla="*/ 4416724 h 5374256"/>
              <a:gd name="connsiteX3" fmla="*/ 3191773 w 4528868"/>
              <a:gd name="connsiteY3" fmla="*/ 5374256 h 5374256"/>
              <a:gd name="connsiteX4" fmla="*/ 0 w 4528868"/>
              <a:gd name="connsiteY4" fmla="*/ 0 h 5374256"/>
              <a:gd name="connsiteX0" fmla="*/ 0 w 3647790"/>
              <a:gd name="connsiteY0" fmla="*/ 1476886 h 5365635"/>
              <a:gd name="connsiteX1" fmla="*/ 3647790 w 3647790"/>
              <a:gd name="connsiteY1" fmla="*/ 5 h 5365635"/>
              <a:gd name="connsiteX2" fmla="*/ 3639163 w 3647790"/>
              <a:gd name="connsiteY2" fmla="*/ 4408103 h 5365635"/>
              <a:gd name="connsiteX3" fmla="*/ 2310695 w 3647790"/>
              <a:gd name="connsiteY3" fmla="*/ 5365635 h 5365635"/>
              <a:gd name="connsiteX4" fmla="*/ 0 w 3647790"/>
              <a:gd name="connsiteY4" fmla="*/ 1476886 h 5365635"/>
              <a:gd name="connsiteX0" fmla="*/ 0 w 3639168"/>
              <a:gd name="connsiteY0" fmla="*/ 818248 h 4706997"/>
              <a:gd name="connsiteX1" fmla="*/ 2579116 w 3639168"/>
              <a:gd name="connsiteY1" fmla="*/ 8 h 4706997"/>
              <a:gd name="connsiteX2" fmla="*/ 3639163 w 3639168"/>
              <a:gd name="connsiteY2" fmla="*/ 3749465 h 4706997"/>
              <a:gd name="connsiteX3" fmla="*/ 2310695 w 3639168"/>
              <a:gd name="connsiteY3" fmla="*/ 4706997 h 4706997"/>
              <a:gd name="connsiteX4" fmla="*/ 0 w 3639168"/>
              <a:gd name="connsiteY4" fmla="*/ 818248 h 4706997"/>
              <a:gd name="connsiteX0" fmla="*/ 0 w 3639168"/>
              <a:gd name="connsiteY0" fmla="*/ 818240 h 4706989"/>
              <a:gd name="connsiteX1" fmla="*/ 2579116 w 3639168"/>
              <a:gd name="connsiteY1" fmla="*/ 0 h 4706989"/>
              <a:gd name="connsiteX2" fmla="*/ 3639163 w 3639168"/>
              <a:gd name="connsiteY2" fmla="*/ 3749457 h 4706989"/>
              <a:gd name="connsiteX3" fmla="*/ 2310695 w 3639168"/>
              <a:gd name="connsiteY3" fmla="*/ 4706989 h 4706989"/>
              <a:gd name="connsiteX4" fmla="*/ 0 w 3639168"/>
              <a:gd name="connsiteY4" fmla="*/ 818240 h 4706989"/>
              <a:gd name="connsiteX0" fmla="*/ 0 w 3639168"/>
              <a:gd name="connsiteY0" fmla="*/ 818240 h 4706989"/>
              <a:gd name="connsiteX1" fmla="*/ 2579116 w 3639168"/>
              <a:gd name="connsiteY1" fmla="*/ 0 h 4706989"/>
              <a:gd name="connsiteX2" fmla="*/ 3639163 w 3639168"/>
              <a:gd name="connsiteY2" fmla="*/ 3749457 h 4706989"/>
              <a:gd name="connsiteX3" fmla="*/ 2310695 w 3639168"/>
              <a:gd name="connsiteY3" fmla="*/ 4706989 h 4706989"/>
              <a:gd name="connsiteX4" fmla="*/ 0 w 3639168"/>
              <a:gd name="connsiteY4" fmla="*/ 818240 h 4706989"/>
              <a:gd name="connsiteX0" fmla="*/ 0 w 3639168"/>
              <a:gd name="connsiteY0" fmla="*/ 790308 h 4679057"/>
              <a:gd name="connsiteX1" fmla="*/ 2605198 w 3639168"/>
              <a:gd name="connsiteY1" fmla="*/ 0 h 4679057"/>
              <a:gd name="connsiteX2" fmla="*/ 3639163 w 3639168"/>
              <a:gd name="connsiteY2" fmla="*/ 3721525 h 4679057"/>
              <a:gd name="connsiteX3" fmla="*/ 2310695 w 3639168"/>
              <a:gd name="connsiteY3" fmla="*/ 4679057 h 4679057"/>
              <a:gd name="connsiteX4" fmla="*/ 0 w 3639168"/>
              <a:gd name="connsiteY4" fmla="*/ 790308 h 4679057"/>
              <a:gd name="connsiteX0" fmla="*/ 0 w 3639168"/>
              <a:gd name="connsiteY0" fmla="*/ 790308 h 4679057"/>
              <a:gd name="connsiteX1" fmla="*/ 2605198 w 3639168"/>
              <a:gd name="connsiteY1" fmla="*/ 0 h 4679057"/>
              <a:gd name="connsiteX2" fmla="*/ 3639163 w 3639168"/>
              <a:gd name="connsiteY2" fmla="*/ 3721525 h 4679057"/>
              <a:gd name="connsiteX3" fmla="*/ 2310695 w 3639168"/>
              <a:gd name="connsiteY3" fmla="*/ 4679057 h 4679057"/>
              <a:gd name="connsiteX4" fmla="*/ 0 w 3639168"/>
              <a:gd name="connsiteY4" fmla="*/ 790308 h 4679057"/>
              <a:gd name="connsiteX0" fmla="*/ 0 w 3639168"/>
              <a:gd name="connsiteY0" fmla="*/ 785906 h 4674655"/>
              <a:gd name="connsiteX1" fmla="*/ 2591107 w 3639168"/>
              <a:gd name="connsiteY1" fmla="*/ 0 h 4674655"/>
              <a:gd name="connsiteX2" fmla="*/ 3639163 w 3639168"/>
              <a:gd name="connsiteY2" fmla="*/ 3717123 h 4674655"/>
              <a:gd name="connsiteX3" fmla="*/ 2310695 w 3639168"/>
              <a:gd name="connsiteY3" fmla="*/ 4674655 h 4674655"/>
              <a:gd name="connsiteX4" fmla="*/ 0 w 3639168"/>
              <a:gd name="connsiteY4" fmla="*/ 785906 h 4674655"/>
              <a:gd name="connsiteX0" fmla="*/ 0 w 3639171"/>
              <a:gd name="connsiteY0" fmla="*/ 785906 h 4674655"/>
              <a:gd name="connsiteX1" fmla="*/ 2591107 w 3639171"/>
              <a:gd name="connsiteY1" fmla="*/ 0 h 4674655"/>
              <a:gd name="connsiteX2" fmla="*/ 3639163 w 3639171"/>
              <a:gd name="connsiteY2" fmla="*/ 3717123 h 4674655"/>
              <a:gd name="connsiteX3" fmla="*/ 2310695 w 3639171"/>
              <a:gd name="connsiteY3" fmla="*/ 4674655 h 4674655"/>
              <a:gd name="connsiteX4" fmla="*/ 0 w 3639171"/>
              <a:gd name="connsiteY4" fmla="*/ 785906 h 4674655"/>
              <a:gd name="connsiteX0" fmla="*/ 0 w 3639170"/>
              <a:gd name="connsiteY0" fmla="*/ 787833 h 4676582"/>
              <a:gd name="connsiteX1" fmla="*/ 2551083 w 3639170"/>
              <a:gd name="connsiteY1" fmla="*/ 0 h 4676582"/>
              <a:gd name="connsiteX2" fmla="*/ 3639163 w 3639170"/>
              <a:gd name="connsiteY2" fmla="*/ 3719050 h 4676582"/>
              <a:gd name="connsiteX3" fmla="*/ 2310695 w 3639170"/>
              <a:gd name="connsiteY3" fmla="*/ 4676582 h 4676582"/>
              <a:gd name="connsiteX4" fmla="*/ 0 w 3639170"/>
              <a:gd name="connsiteY4" fmla="*/ 787833 h 4676582"/>
              <a:gd name="connsiteX0" fmla="*/ 0 w 3639170"/>
              <a:gd name="connsiteY0" fmla="*/ 787833 h 4676582"/>
              <a:gd name="connsiteX1" fmla="*/ 2551083 w 3639170"/>
              <a:gd name="connsiteY1" fmla="*/ 0 h 4676582"/>
              <a:gd name="connsiteX2" fmla="*/ 3639163 w 3639170"/>
              <a:gd name="connsiteY2" fmla="*/ 3719050 h 4676582"/>
              <a:gd name="connsiteX3" fmla="*/ 2310695 w 3639170"/>
              <a:gd name="connsiteY3" fmla="*/ 4676582 h 4676582"/>
              <a:gd name="connsiteX4" fmla="*/ 0 w 3639170"/>
              <a:gd name="connsiteY4" fmla="*/ 787833 h 4676582"/>
              <a:gd name="connsiteX0" fmla="*/ 0 w 3639171"/>
              <a:gd name="connsiteY0" fmla="*/ 783704 h 4672453"/>
              <a:gd name="connsiteX1" fmla="*/ 2584062 w 3639171"/>
              <a:gd name="connsiteY1" fmla="*/ 0 h 4672453"/>
              <a:gd name="connsiteX2" fmla="*/ 3639163 w 3639171"/>
              <a:gd name="connsiteY2" fmla="*/ 3714921 h 4672453"/>
              <a:gd name="connsiteX3" fmla="*/ 2310695 w 3639171"/>
              <a:gd name="connsiteY3" fmla="*/ 4672453 h 4672453"/>
              <a:gd name="connsiteX4" fmla="*/ 0 w 3639171"/>
              <a:gd name="connsiteY4" fmla="*/ 783704 h 4672453"/>
              <a:gd name="connsiteX0" fmla="*/ 0 w 3639171"/>
              <a:gd name="connsiteY0" fmla="*/ 796638 h 4685387"/>
              <a:gd name="connsiteX1" fmla="*/ 2579266 w 3639171"/>
              <a:gd name="connsiteY1" fmla="*/ 0 h 4685387"/>
              <a:gd name="connsiteX2" fmla="*/ 3639163 w 3639171"/>
              <a:gd name="connsiteY2" fmla="*/ 3727855 h 4685387"/>
              <a:gd name="connsiteX3" fmla="*/ 2310695 w 3639171"/>
              <a:gd name="connsiteY3" fmla="*/ 4685387 h 4685387"/>
              <a:gd name="connsiteX4" fmla="*/ 0 w 3639171"/>
              <a:gd name="connsiteY4" fmla="*/ 796638 h 4685387"/>
              <a:gd name="connsiteX0" fmla="*/ 0 w 3639171"/>
              <a:gd name="connsiteY0" fmla="*/ 796638 h 4685387"/>
              <a:gd name="connsiteX1" fmla="*/ 2579266 w 3639171"/>
              <a:gd name="connsiteY1" fmla="*/ 0 h 4685387"/>
              <a:gd name="connsiteX2" fmla="*/ 3639163 w 3639171"/>
              <a:gd name="connsiteY2" fmla="*/ 3727855 h 4685387"/>
              <a:gd name="connsiteX3" fmla="*/ 2310695 w 3639171"/>
              <a:gd name="connsiteY3" fmla="*/ 4685387 h 4685387"/>
              <a:gd name="connsiteX4" fmla="*/ 0 w 3639171"/>
              <a:gd name="connsiteY4" fmla="*/ 796638 h 468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9171" h="4685387">
                <a:moveTo>
                  <a:pt x="0" y="796638"/>
                </a:moveTo>
                <a:cubicBezTo>
                  <a:pt x="1668536" y="295230"/>
                  <a:pt x="1265254" y="376208"/>
                  <a:pt x="2579266" y="0"/>
                </a:cubicBezTo>
                <a:cubicBezTo>
                  <a:pt x="2879644" y="1417913"/>
                  <a:pt x="3642039" y="2258489"/>
                  <a:pt x="3639163" y="3727855"/>
                </a:cubicBezTo>
                <a:lnTo>
                  <a:pt x="2310695" y="4685387"/>
                </a:lnTo>
                <a:lnTo>
                  <a:pt x="0" y="796638"/>
                </a:lnTo>
                <a:close/>
              </a:path>
            </a:pathLst>
          </a:custGeom>
          <a:gradFill>
            <a:gsLst>
              <a:gs pos="39000">
                <a:srgbClr val="0C122B">
                  <a:lumMod val="100000"/>
                  <a:alpha val="70368"/>
                </a:srgbClr>
              </a:gs>
              <a:gs pos="100000">
                <a:srgbClr val="58AED5"/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83808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7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CE6B602D-1834-1199-FC06-DFC1A06199E8}"/>
              </a:ext>
            </a:extLst>
          </p:cNvPr>
          <p:cNvCxnSpPr>
            <a:cxnSpLocks/>
          </p:cNvCxnSpPr>
          <p:nvPr userDrawn="1"/>
        </p:nvCxnSpPr>
        <p:spPr>
          <a:xfrm>
            <a:off x="7684004" y="5752617"/>
            <a:ext cx="0" cy="785371"/>
          </a:xfrm>
          <a:prstGeom prst="line">
            <a:avLst/>
          </a:prstGeom>
          <a:ln w="3175">
            <a:solidFill>
              <a:srgbClr val="706F6F">
                <a:alpha val="40238"/>
              </a:srgb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fik 22">
            <a:extLst>
              <a:ext uri="{FF2B5EF4-FFF2-40B4-BE49-F238E27FC236}">
                <a16:creationId xmlns:a16="http://schemas.microsoft.com/office/drawing/2014/main" id="{145242E5-EC76-736A-7520-0D9BAF2730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1155" t="16497" r="15034" b="16800"/>
          <a:stretch/>
        </p:blipFill>
        <p:spPr>
          <a:xfrm>
            <a:off x="8478607" y="409863"/>
            <a:ext cx="3037175" cy="1427242"/>
          </a:xfrm>
          <a:prstGeom prst="rect">
            <a:avLst/>
          </a:prstGeom>
        </p:spPr>
      </p:pic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FDD786D1-EA8F-18AF-C947-058C32712C6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95325" y="3323467"/>
            <a:ext cx="9360000" cy="1538113"/>
          </a:xfrm>
          <a:noFill/>
        </p:spPr>
        <p:txBody>
          <a:bodyPr wrap="square" lIns="0" tIns="0" rIns="0" bIns="0" anchor="b">
            <a:spAutoFit/>
          </a:bodyPr>
          <a:lstStyle>
            <a:lvl1pPr>
              <a:lnSpc>
                <a:spcPct val="100000"/>
              </a:lnSpc>
              <a:spcAft>
                <a:spcPts val="1800"/>
              </a:spcAft>
              <a:defRPr sz="32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1800"/>
              </a:spcAft>
              <a:buNone/>
              <a:defRPr sz="1600" b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n-lt"/>
              </a:defRPr>
            </a:lvl6pPr>
            <a:lvl7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n-lt"/>
              </a:defRPr>
            </a:lvl7pPr>
            <a:lvl8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n-lt"/>
              </a:defRPr>
            </a:lvl8pPr>
            <a:lvl9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Headline</a:t>
            </a:r>
          </a:p>
          <a:p>
            <a:pPr lvl="1"/>
            <a:r>
              <a:rPr lang="en-US" noProof="0" dirty="0"/>
              <a:t>Subheading</a:t>
            </a:r>
          </a:p>
          <a:p>
            <a:pPr lvl="2"/>
            <a:r>
              <a:rPr lang="en-US" noProof="0" dirty="0"/>
              <a:t>Title Name Surname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B9B376E6-5EB9-ED31-4AAA-3F62EE622FFB}"/>
              </a:ext>
            </a:extLst>
          </p:cNvPr>
          <p:cNvGrpSpPr/>
          <p:nvPr userDrawn="1"/>
        </p:nvGrpSpPr>
        <p:grpSpPr>
          <a:xfrm>
            <a:off x="0" y="5430644"/>
            <a:ext cx="12192000" cy="1427356"/>
            <a:chOff x="0" y="5430644"/>
            <a:chExt cx="12192000" cy="142735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3C679E71-92E7-BEFF-131A-ACA076FE28DC}"/>
                </a:ext>
              </a:extLst>
            </p:cNvPr>
            <p:cNvGrpSpPr/>
            <p:nvPr userDrawn="1"/>
          </p:nvGrpSpPr>
          <p:grpSpPr>
            <a:xfrm>
              <a:off x="0" y="5430644"/>
              <a:ext cx="12192000" cy="1427356"/>
              <a:chOff x="0" y="5430644"/>
              <a:chExt cx="12192000" cy="1427356"/>
            </a:xfrm>
          </p:grpSpPr>
          <p:sp>
            <p:nvSpPr>
              <p:cNvPr id="3" name="Rechteck 2">
                <a:extLst>
                  <a:ext uri="{FF2B5EF4-FFF2-40B4-BE49-F238E27FC236}">
                    <a16:creationId xmlns:a16="http://schemas.microsoft.com/office/drawing/2014/main" id="{048A8D31-A876-F461-0E9A-AE6175E4AEE3}"/>
                  </a:ext>
                </a:extLst>
              </p:cNvPr>
              <p:cNvSpPr/>
              <p:nvPr userDrawn="1"/>
            </p:nvSpPr>
            <p:spPr>
              <a:xfrm>
                <a:off x="0" y="5430644"/>
                <a:ext cx="12192000" cy="14273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b="0" i="0" dirty="0">
                  <a:latin typeface="Work Sans" pitchFamily="2" charset="77"/>
                </a:endParaRPr>
              </a:p>
            </p:txBody>
          </p:sp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AC6FB37F-BE40-480C-65D7-AEC9FAEF2DD7}"/>
                  </a:ext>
                </a:extLst>
              </p:cNvPr>
              <p:cNvSpPr txBox="1"/>
              <p:nvPr userDrawn="1"/>
            </p:nvSpPr>
            <p:spPr>
              <a:xfrm>
                <a:off x="731321" y="5692126"/>
                <a:ext cx="1357103" cy="246221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 algn="l" fontAlgn="base"/>
                <a:r>
                  <a:rPr lang="en-US" sz="1000" b="0" i="0" noProof="0" dirty="0">
                    <a:solidFill>
                      <a:srgbClr val="000000"/>
                    </a:solidFill>
                    <a:effectLst/>
                    <a:latin typeface="Work Sans" pitchFamily="2" charset="77"/>
                  </a:rPr>
                  <a:t>Partner </a:t>
                </a:r>
                <a:r>
                  <a:rPr lang="en-US" sz="1000" b="0" i="0" noProof="0" dirty="0">
                    <a:solidFill>
                      <a:srgbClr val="000000"/>
                    </a:solidFill>
                    <a:effectLst/>
                    <a:latin typeface="+mn-lt"/>
                  </a:rPr>
                  <a:t>institutions</a:t>
                </a:r>
                <a:r>
                  <a:rPr lang="en-US" sz="1000" b="0" i="0" noProof="0" dirty="0">
                    <a:solidFill>
                      <a:srgbClr val="000000"/>
                    </a:solidFill>
                    <a:effectLst/>
                    <a:latin typeface="Work Sans" pitchFamily="2" charset="77"/>
                  </a:rPr>
                  <a:t>:</a:t>
                </a:r>
              </a:p>
            </p:txBody>
          </p:sp>
          <p:grpSp>
            <p:nvGrpSpPr>
              <p:cNvPr id="6" name="Gruppieren 5">
                <a:extLst>
                  <a:ext uri="{FF2B5EF4-FFF2-40B4-BE49-F238E27FC236}">
                    <a16:creationId xmlns:a16="http://schemas.microsoft.com/office/drawing/2014/main" id="{1B9A0ED3-2CA1-2D33-57AB-56BCA2D9430C}"/>
                  </a:ext>
                </a:extLst>
              </p:cNvPr>
              <p:cNvGrpSpPr/>
              <p:nvPr userDrawn="1"/>
            </p:nvGrpSpPr>
            <p:grpSpPr>
              <a:xfrm>
                <a:off x="731322" y="6029988"/>
                <a:ext cx="6427081" cy="433766"/>
                <a:chOff x="731322" y="6031158"/>
                <a:chExt cx="7216569" cy="487049"/>
              </a:xfrm>
            </p:grpSpPr>
            <p:pic>
              <p:nvPicPr>
                <p:cNvPr id="10" name="Grafik 9">
                  <a:extLst>
                    <a:ext uri="{FF2B5EF4-FFF2-40B4-BE49-F238E27FC236}">
                      <a16:creationId xmlns:a16="http://schemas.microsoft.com/office/drawing/2014/main" id="{6D257E94-D538-EE80-2760-78D15670DC0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1322" y="6135085"/>
                  <a:ext cx="1423713" cy="261184"/>
                </a:xfrm>
                <a:prstGeom prst="rect">
                  <a:avLst/>
                </a:prstGeom>
              </p:spPr>
            </p:pic>
            <p:pic>
              <p:nvPicPr>
                <p:cNvPr id="12" name="Grafik 11">
                  <a:extLst>
                    <a:ext uri="{FF2B5EF4-FFF2-40B4-BE49-F238E27FC236}">
                      <a16:creationId xmlns:a16="http://schemas.microsoft.com/office/drawing/2014/main" id="{2DF5C42F-244B-08CD-4F1D-C5B1AF56273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08503" y="6052045"/>
                  <a:ext cx="1593623" cy="466162"/>
                </a:xfrm>
                <a:prstGeom prst="rect">
                  <a:avLst/>
                </a:prstGeom>
              </p:spPr>
            </p:pic>
            <p:pic>
              <p:nvPicPr>
                <p:cNvPr id="14" name="Grafik 13">
                  <a:extLst>
                    <a:ext uri="{FF2B5EF4-FFF2-40B4-BE49-F238E27FC236}">
                      <a16:creationId xmlns:a16="http://schemas.microsoft.com/office/drawing/2014/main" id="{FC219FFA-21DC-3C7C-EAD5-8D539C87933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23982" y="6047977"/>
                  <a:ext cx="1523909" cy="435402"/>
                </a:xfrm>
                <a:prstGeom prst="rect">
                  <a:avLst/>
                </a:prstGeom>
              </p:spPr>
            </p:pic>
            <p:pic>
              <p:nvPicPr>
                <p:cNvPr id="16" name="Grafik 15">
                  <a:extLst>
                    <a:ext uri="{FF2B5EF4-FFF2-40B4-BE49-F238E27FC236}">
                      <a16:creationId xmlns:a16="http://schemas.microsoft.com/office/drawing/2014/main" id="{1B93B73F-D9A0-081E-FAC7-A7C7EEC6A34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7681" y="6031158"/>
                  <a:ext cx="1099348" cy="461016"/>
                </a:xfrm>
                <a:prstGeom prst="rect">
                  <a:avLst/>
                </a:prstGeom>
              </p:spPr>
            </p:pic>
          </p:grpSp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F50D5AA-41A2-9894-7F5B-85ABE6D41954}"/>
                  </a:ext>
                </a:extLst>
              </p:cNvPr>
              <p:cNvSpPr txBox="1"/>
              <p:nvPr userDrawn="1"/>
            </p:nvSpPr>
            <p:spPr>
              <a:xfrm>
                <a:off x="8176924" y="5692126"/>
                <a:ext cx="1684115" cy="246221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 algn="l" fontAlgn="base"/>
                <a:r>
                  <a:rPr lang="en-US" sz="1000" b="0" i="0" noProof="0" dirty="0">
                    <a:solidFill>
                      <a:srgbClr val="000000"/>
                    </a:solidFill>
                    <a:effectLst/>
                    <a:latin typeface="+mn-lt"/>
                  </a:rPr>
                  <a:t>Institutionally</a:t>
                </a:r>
                <a:r>
                  <a:rPr lang="en-US" sz="1000" b="0" i="0" noProof="0" dirty="0">
                    <a:solidFill>
                      <a:srgbClr val="000000"/>
                    </a:solidFill>
                    <a:effectLst/>
                    <a:latin typeface="Work Sans" pitchFamily="2" charset="77"/>
                  </a:rPr>
                  <a:t> funded by:</a:t>
                </a:r>
              </a:p>
            </p:txBody>
          </p:sp>
          <p:pic>
            <p:nvPicPr>
              <p:cNvPr id="9" name="Grafik 8">
                <a:extLst>
                  <a:ext uri="{FF2B5EF4-FFF2-40B4-BE49-F238E27FC236}">
                    <a16:creationId xmlns:a16="http://schemas.microsoft.com/office/drawing/2014/main" id="{A604B93E-C49E-F2A1-8312-DB27D88A5E48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5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 t="30047"/>
              <a:stretch/>
            </p:blipFill>
            <p:spPr>
              <a:xfrm>
                <a:off x="9665184" y="6001246"/>
                <a:ext cx="2127796" cy="481767"/>
              </a:xfrm>
              <a:prstGeom prst="rect">
                <a:avLst/>
              </a:prstGeom>
            </p:spPr>
          </p:pic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B8645CB5-158B-FB2E-7D7B-A03D30F21C1F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7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r="12490"/>
              <a:stretch/>
            </p:blipFill>
            <p:spPr>
              <a:xfrm>
                <a:off x="8008316" y="5871131"/>
                <a:ext cx="1269095" cy="897762"/>
              </a:xfrm>
              <a:prstGeom prst="rect">
                <a:avLst/>
              </a:prstGeom>
            </p:spPr>
          </p:pic>
        </p:grpSp>
        <p:cxnSp>
          <p:nvCxnSpPr>
            <p:cNvPr id="2" name="Gerade Verbindung 17">
              <a:extLst>
                <a:ext uri="{FF2B5EF4-FFF2-40B4-BE49-F238E27FC236}">
                  <a16:creationId xmlns:a16="http://schemas.microsoft.com/office/drawing/2014/main" id="{7217529D-03C6-0160-AE7B-081A54AB9A7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36404" y="5769447"/>
              <a:ext cx="0" cy="785371"/>
            </a:xfrm>
            <a:prstGeom prst="line">
              <a:avLst/>
            </a:prstGeom>
            <a:ln w="3175">
              <a:solidFill>
                <a:srgbClr val="706F6F">
                  <a:alpha val="40238"/>
                </a:srgb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933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0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ihandform 20">
            <a:extLst>
              <a:ext uri="{FF2B5EF4-FFF2-40B4-BE49-F238E27FC236}">
                <a16:creationId xmlns:a16="http://schemas.microsoft.com/office/drawing/2014/main" id="{C5FE2E1F-BA4B-910C-42AB-316297CD9C27}"/>
              </a:ext>
            </a:extLst>
          </p:cNvPr>
          <p:cNvSpPr/>
          <p:nvPr userDrawn="1"/>
        </p:nvSpPr>
        <p:spPr>
          <a:xfrm rot="15744484">
            <a:off x="992685" y="-1588652"/>
            <a:ext cx="3521947" cy="6002043"/>
          </a:xfrm>
          <a:custGeom>
            <a:avLst/>
            <a:gdLst>
              <a:gd name="connsiteX0" fmla="*/ 0 w 4528868"/>
              <a:gd name="connsiteY0" fmla="*/ 0 h 5374256"/>
              <a:gd name="connsiteX1" fmla="*/ 4528868 w 4528868"/>
              <a:gd name="connsiteY1" fmla="*/ 8626 h 5374256"/>
              <a:gd name="connsiteX2" fmla="*/ 4520241 w 4528868"/>
              <a:gd name="connsiteY2" fmla="*/ 4416724 h 5374256"/>
              <a:gd name="connsiteX3" fmla="*/ 3191773 w 4528868"/>
              <a:gd name="connsiteY3" fmla="*/ 5374256 h 5374256"/>
              <a:gd name="connsiteX4" fmla="*/ 0 w 4528868"/>
              <a:gd name="connsiteY4" fmla="*/ 0 h 5374256"/>
              <a:gd name="connsiteX0" fmla="*/ 0 w 4528868"/>
              <a:gd name="connsiteY0" fmla="*/ 0 h 4944912"/>
              <a:gd name="connsiteX1" fmla="*/ 4528868 w 4528868"/>
              <a:gd name="connsiteY1" fmla="*/ 8626 h 4944912"/>
              <a:gd name="connsiteX2" fmla="*/ 4520241 w 4528868"/>
              <a:gd name="connsiteY2" fmla="*/ 4416724 h 4944912"/>
              <a:gd name="connsiteX3" fmla="*/ 2453788 w 4528868"/>
              <a:gd name="connsiteY3" fmla="*/ 4944912 h 4944912"/>
              <a:gd name="connsiteX4" fmla="*/ 0 w 4528868"/>
              <a:gd name="connsiteY4" fmla="*/ 0 h 4944912"/>
              <a:gd name="connsiteX0" fmla="*/ 0 w 4528868"/>
              <a:gd name="connsiteY0" fmla="*/ 0 h 4949837"/>
              <a:gd name="connsiteX1" fmla="*/ 4528868 w 4528868"/>
              <a:gd name="connsiteY1" fmla="*/ 8626 h 4949837"/>
              <a:gd name="connsiteX2" fmla="*/ 2411228 w 4528868"/>
              <a:gd name="connsiteY2" fmla="*/ 4949837 h 4949837"/>
              <a:gd name="connsiteX3" fmla="*/ 2453788 w 4528868"/>
              <a:gd name="connsiteY3" fmla="*/ 4944912 h 4949837"/>
              <a:gd name="connsiteX4" fmla="*/ 0 w 4528868"/>
              <a:gd name="connsiteY4" fmla="*/ 0 h 4949837"/>
              <a:gd name="connsiteX0" fmla="*/ 0 w 3196124"/>
              <a:gd name="connsiteY0" fmla="*/ 0 h 4949837"/>
              <a:gd name="connsiteX1" fmla="*/ 3196124 w 3196124"/>
              <a:gd name="connsiteY1" fmla="*/ 495434 h 4949837"/>
              <a:gd name="connsiteX2" fmla="*/ 2411228 w 3196124"/>
              <a:gd name="connsiteY2" fmla="*/ 4949837 h 4949837"/>
              <a:gd name="connsiteX3" fmla="*/ 2453788 w 3196124"/>
              <a:gd name="connsiteY3" fmla="*/ 4944912 h 4949837"/>
              <a:gd name="connsiteX4" fmla="*/ 0 w 3196124"/>
              <a:gd name="connsiteY4" fmla="*/ 0 h 4949837"/>
              <a:gd name="connsiteX0" fmla="*/ 0 w 2556957"/>
              <a:gd name="connsiteY0" fmla="*/ 0 h 4949837"/>
              <a:gd name="connsiteX1" fmla="*/ 2556957 w 2556957"/>
              <a:gd name="connsiteY1" fmla="*/ 445491 h 4949837"/>
              <a:gd name="connsiteX2" fmla="*/ 2411228 w 2556957"/>
              <a:gd name="connsiteY2" fmla="*/ 4949837 h 4949837"/>
              <a:gd name="connsiteX3" fmla="*/ 2453788 w 2556957"/>
              <a:gd name="connsiteY3" fmla="*/ 4944912 h 4949837"/>
              <a:gd name="connsiteX4" fmla="*/ 0 w 2556957"/>
              <a:gd name="connsiteY4" fmla="*/ 0 h 4949837"/>
              <a:gd name="connsiteX0" fmla="*/ 0 w 3079177"/>
              <a:gd name="connsiteY0" fmla="*/ 0 h 4949837"/>
              <a:gd name="connsiteX1" fmla="*/ 3079177 w 3079177"/>
              <a:gd name="connsiteY1" fmla="*/ 452872 h 4949837"/>
              <a:gd name="connsiteX2" fmla="*/ 2411228 w 3079177"/>
              <a:gd name="connsiteY2" fmla="*/ 4949837 h 4949837"/>
              <a:gd name="connsiteX3" fmla="*/ 2453788 w 3079177"/>
              <a:gd name="connsiteY3" fmla="*/ 4944912 h 4949837"/>
              <a:gd name="connsiteX4" fmla="*/ 0 w 3079177"/>
              <a:gd name="connsiteY4" fmla="*/ 0 h 4949837"/>
              <a:gd name="connsiteX0" fmla="*/ 0 w 3079177"/>
              <a:gd name="connsiteY0" fmla="*/ 0 h 4983024"/>
              <a:gd name="connsiteX1" fmla="*/ 3079177 w 3079177"/>
              <a:gd name="connsiteY1" fmla="*/ 452872 h 4983024"/>
              <a:gd name="connsiteX2" fmla="*/ 2411228 w 3079177"/>
              <a:gd name="connsiteY2" fmla="*/ 4949837 h 4983024"/>
              <a:gd name="connsiteX3" fmla="*/ 2219699 w 3079177"/>
              <a:gd name="connsiteY3" fmla="*/ 4983024 h 4983024"/>
              <a:gd name="connsiteX4" fmla="*/ 0 w 3079177"/>
              <a:gd name="connsiteY4" fmla="*/ 0 h 4983024"/>
              <a:gd name="connsiteX0" fmla="*/ 0 w 3079177"/>
              <a:gd name="connsiteY0" fmla="*/ 0 h 5425792"/>
              <a:gd name="connsiteX1" fmla="*/ 3079177 w 3079177"/>
              <a:gd name="connsiteY1" fmla="*/ 452872 h 5425792"/>
              <a:gd name="connsiteX2" fmla="*/ 2716116 w 3079177"/>
              <a:gd name="connsiteY2" fmla="*/ 5425792 h 5425792"/>
              <a:gd name="connsiteX3" fmla="*/ 2219699 w 3079177"/>
              <a:gd name="connsiteY3" fmla="*/ 4983024 h 5425792"/>
              <a:gd name="connsiteX4" fmla="*/ 0 w 3079177"/>
              <a:gd name="connsiteY4" fmla="*/ 0 h 5425792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117286"/>
              <a:gd name="connsiteY0" fmla="*/ 0 h 5042904"/>
              <a:gd name="connsiteX1" fmla="*/ 3117286 w 3117286"/>
              <a:gd name="connsiteY1" fmla="*/ 476607 h 5042904"/>
              <a:gd name="connsiteX2" fmla="*/ 2470436 w 3117286"/>
              <a:gd name="connsiteY2" fmla="*/ 5042904 h 5042904"/>
              <a:gd name="connsiteX3" fmla="*/ 2219699 w 3117286"/>
              <a:gd name="connsiteY3" fmla="*/ 4983024 h 5042904"/>
              <a:gd name="connsiteX4" fmla="*/ 0 w 3117286"/>
              <a:gd name="connsiteY4" fmla="*/ 0 h 5042904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272774 w 3170361"/>
              <a:gd name="connsiteY3" fmla="*/ 4903693 h 4963573"/>
              <a:gd name="connsiteX4" fmla="*/ 0 w 3170361"/>
              <a:gd name="connsiteY4" fmla="*/ 0 h 4963573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272774 w 3170361"/>
              <a:gd name="connsiteY3" fmla="*/ 4903693 h 4963573"/>
              <a:gd name="connsiteX4" fmla="*/ 0 w 3170361"/>
              <a:gd name="connsiteY4" fmla="*/ 0 h 4963573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525242 w 3170361"/>
              <a:gd name="connsiteY3" fmla="*/ 4953653 h 4963573"/>
              <a:gd name="connsiteX4" fmla="*/ 0 w 3170361"/>
              <a:gd name="connsiteY4" fmla="*/ 0 h 4963573"/>
              <a:gd name="connsiteX0" fmla="*/ 0 w 3173082"/>
              <a:gd name="connsiteY0" fmla="*/ 0 h 4963573"/>
              <a:gd name="connsiteX1" fmla="*/ 3173082 w 3173082"/>
              <a:gd name="connsiteY1" fmla="*/ 378537 h 4963573"/>
              <a:gd name="connsiteX2" fmla="*/ 2523511 w 3173082"/>
              <a:gd name="connsiteY2" fmla="*/ 4963573 h 4963573"/>
              <a:gd name="connsiteX3" fmla="*/ 2525242 w 3173082"/>
              <a:gd name="connsiteY3" fmla="*/ 4953653 h 4963573"/>
              <a:gd name="connsiteX4" fmla="*/ 0 w 3173082"/>
              <a:gd name="connsiteY4" fmla="*/ 0 h 496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3082" h="4963573">
                <a:moveTo>
                  <a:pt x="0" y="0"/>
                </a:moveTo>
                <a:lnTo>
                  <a:pt x="3173082" y="378537"/>
                </a:lnTo>
                <a:cubicBezTo>
                  <a:pt x="2987832" y="1816056"/>
                  <a:pt x="2718969" y="3527305"/>
                  <a:pt x="2523511" y="4963573"/>
                </a:cubicBezTo>
                <a:lnTo>
                  <a:pt x="2525242" y="495365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9000">
                <a:srgbClr val="0C122B"/>
              </a:gs>
              <a:gs pos="100000">
                <a:srgbClr val="DC387C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495B2FBE-DA85-5A91-A46B-089E402B4D2A}"/>
              </a:ext>
            </a:extLst>
          </p:cNvPr>
          <p:cNvSpPr/>
          <p:nvPr userDrawn="1"/>
        </p:nvSpPr>
        <p:spPr>
          <a:xfrm rot="6527892">
            <a:off x="6058682" y="577486"/>
            <a:ext cx="5588974" cy="7839322"/>
          </a:xfrm>
          <a:custGeom>
            <a:avLst/>
            <a:gdLst>
              <a:gd name="connsiteX0" fmla="*/ 0 w 4528868"/>
              <a:gd name="connsiteY0" fmla="*/ 0 h 5374256"/>
              <a:gd name="connsiteX1" fmla="*/ 4528868 w 4528868"/>
              <a:gd name="connsiteY1" fmla="*/ 8626 h 5374256"/>
              <a:gd name="connsiteX2" fmla="*/ 4520241 w 4528868"/>
              <a:gd name="connsiteY2" fmla="*/ 4416724 h 5374256"/>
              <a:gd name="connsiteX3" fmla="*/ 3191773 w 4528868"/>
              <a:gd name="connsiteY3" fmla="*/ 5374256 h 5374256"/>
              <a:gd name="connsiteX4" fmla="*/ 0 w 4528868"/>
              <a:gd name="connsiteY4" fmla="*/ 0 h 5374256"/>
              <a:gd name="connsiteX0" fmla="*/ 0 w 3647790"/>
              <a:gd name="connsiteY0" fmla="*/ 1476886 h 5365635"/>
              <a:gd name="connsiteX1" fmla="*/ 3647790 w 3647790"/>
              <a:gd name="connsiteY1" fmla="*/ 5 h 5365635"/>
              <a:gd name="connsiteX2" fmla="*/ 3639163 w 3647790"/>
              <a:gd name="connsiteY2" fmla="*/ 4408103 h 5365635"/>
              <a:gd name="connsiteX3" fmla="*/ 2310695 w 3647790"/>
              <a:gd name="connsiteY3" fmla="*/ 5365635 h 5365635"/>
              <a:gd name="connsiteX4" fmla="*/ 0 w 3647790"/>
              <a:gd name="connsiteY4" fmla="*/ 1476886 h 5365635"/>
              <a:gd name="connsiteX0" fmla="*/ 0 w 3639168"/>
              <a:gd name="connsiteY0" fmla="*/ 818248 h 4706997"/>
              <a:gd name="connsiteX1" fmla="*/ 2579116 w 3639168"/>
              <a:gd name="connsiteY1" fmla="*/ 8 h 4706997"/>
              <a:gd name="connsiteX2" fmla="*/ 3639163 w 3639168"/>
              <a:gd name="connsiteY2" fmla="*/ 3749465 h 4706997"/>
              <a:gd name="connsiteX3" fmla="*/ 2310695 w 3639168"/>
              <a:gd name="connsiteY3" fmla="*/ 4706997 h 4706997"/>
              <a:gd name="connsiteX4" fmla="*/ 0 w 3639168"/>
              <a:gd name="connsiteY4" fmla="*/ 818248 h 4706997"/>
              <a:gd name="connsiteX0" fmla="*/ 0 w 3639168"/>
              <a:gd name="connsiteY0" fmla="*/ 818240 h 4706989"/>
              <a:gd name="connsiteX1" fmla="*/ 2579116 w 3639168"/>
              <a:gd name="connsiteY1" fmla="*/ 0 h 4706989"/>
              <a:gd name="connsiteX2" fmla="*/ 3639163 w 3639168"/>
              <a:gd name="connsiteY2" fmla="*/ 3749457 h 4706989"/>
              <a:gd name="connsiteX3" fmla="*/ 2310695 w 3639168"/>
              <a:gd name="connsiteY3" fmla="*/ 4706989 h 4706989"/>
              <a:gd name="connsiteX4" fmla="*/ 0 w 3639168"/>
              <a:gd name="connsiteY4" fmla="*/ 818240 h 4706989"/>
              <a:gd name="connsiteX0" fmla="*/ 0 w 3639168"/>
              <a:gd name="connsiteY0" fmla="*/ 818240 h 4706989"/>
              <a:gd name="connsiteX1" fmla="*/ 2579116 w 3639168"/>
              <a:gd name="connsiteY1" fmla="*/ 0 h 4706989"/>
              <a:gd name="connsiteX2" fmla="*/ 3639163 w 3639168"/>
              <a:gd name="connsiteY2" fmla="*/ 3749457 h 4706989"/>
              <a:gd name="connsiteX3" fmla="*/ 2310695 w 3639168"/>
              <a:gd name="connsiteY3" fmla="*/ 4706989 h 4706989"/>
              <a:gd name="connsiteX4" fmla="*/ 0 w 3639168"/>
              <a:gd name="connsiteY4" fmla="*/ 818240 h 4706989"/>
              <a:gd name="connsiteX0" fmla="*/ 0 w 3639168"/>
              <a:gd name="connsiteY0" fmla="*/ 790308 h 4679057"/>
              <a:gd name="connsiteX1" fmla="*/ 2605198 w 3639168"/>
              <a:gd name="connsiteY1" fmla="*/ 0 h 4679057"/>
              <a:gd name="connsiteX2" fmla="*/ 3639163 w 3639168"/>
              <a:gd name="connsiteY2" fmla="*/ 3721525 h 4679057"/>
              <a:gd name="connsiteX3" fmla="*/ 2310695 w 3639168"/>
              <a:gd name="connsiteY3" fmla="*/ 4679057 h 4679057"/>
              <a:gd name="connsiteX4" fmla="*/ 0 w 3639168"/>
              <a:gd name="connsiteY4" fmla="*/ 790308 h 4679057"/>
              <a:gd name="connsiteX0" fmla="*/ 0 w 3639168"/>
              <a:gd name="connsiteY0" fmla="*/ 790308 h 4679057"/>
              <a:gd name="connsiteX1" fmla="*/ 2605198 w 3639168"/>
              <a:gd name="connsiteY1" fmla="*/ 0 h 4679057"/>
              <a:gd name="connsiteX2" fmla="*/ 3639163 w 3639168"/>
              <a:gd name="connsiteY2" fmla="*/ 3721525 h 4679057"/>
              <a:gd name="connsiteX3" fmla="*/ 2310695 w 3639168"/>
              <a:gd name="connsiteY3" fmla="*/ 4679057 h 4679057"/>
              <a:gd name="connsiteX4" fmla="*/ 0 w 3639168"/>
              <a:gd name="connsiteY4" fmla="*/ 790308 h 4679057"/>
              <a:gd name="connsiteX0" fmla="*/ 0 w 3639168"/>
              <a:gd name="connsiteY0" fmla="*/ 785906 h 4674655"/>
              <a:gd name="connsiteX1" fmla="*/ 2591107 w 3639168"/>
              <a:gd name="connsiteY1" fmla="*/ 0 h 4674655"/>
              <a:gd name="connsiteX2" fmla="*/ 3639163 w 3639168"/>
              <a:gd name="connsiteY2" fmla="*/ 3717123 h 4674655"/>
              <a:gd name="connsiteX3" fmla="*/ 2310695 w 3639168"/>
              <a:gd name="connsiteY3" fmla="*/ 4674655 h 4674655"/>
              <a:gd name="connsiteX4" fmla="*/ 0 w 3639168"/>
              <a:gd name="connsiteY4" fmla="*/ 785906 h 4674655"/>
              <a:gd name="connsiteX0" fmla="*/ 0 w 3639171"/>
              <a:gd name="connsiteY0" fmla="*/ 785906 h 4674655"/>
              <a:gd name="connsiteX1" fmla="*/ 2591107 w 3639171"/>
              <a:gd name="connsiteY1" fmla="*/ 0 h 4674655"/>
              <a:gd name="connsiteX2" fmla="*/ 3639163 w 3639171"/>
              <a:gd name="connsiteY2" fmla="*/ 3717123 h 4674655"/>
              <a:gd name="connsiteX3" fmla="*/ 2310695 w 3639171"/>
              <a:gd name="connsiteY3" fmla="*/ 4674655 h 4674655"/>
              <a:gd name="connsiteX4" fmla="*/ 0 w 3639171"/>
              <a:gd name="connsiteY4" fmla="*/ 785906 h 4674655"/>
              <a:gd name="connsiteX0" fmla="*/ 0 w 3639170"/>
              <a:gd name="connsiteY0" fmla="*/ 787833 h 4676582"/>
              <a:gd name="connsiteX1" fmla="*/ 2551083 w 3639170"/>
              <a:gd name="connsiteY1" fmla="*/ 0 h 4676582"/>
              <a:gd name="connsiteX2" fmla="*/ 3639163 w 3639170"/>
              <a:gd name="connsiteY2" fmla="*/ 3719050 h 4676582"/>
              <a:gd name="connsiteX3" fmla="*/ 2310695 w 3639170"/>
              <a:gd name="connsiteY3" fmla="*/ 4676582 h 4676582"/>
              <a:gd name="connsiteX4" fmla="*/ 0 w 3639170"/>
              <a:gd name="connsiteY4" fmla="*/ 787833 h 4676582"/>
              <a:gd name="connsiteX0" fmla="*/ 0 w 3639170"/>
              <a:gd name="connsiteY0" fmla="*/ 787833 h 4676582"/>
              <a:gd name="connsiteX1" fmla="*/ 2551083 w 3639170"/>
              <a:gd name="connsiteY1" fmla="*/ 0 h 4676582"/>
              <a:gd name="connsiteX2" fmla="*/ 3639163 w 3639170"/>
              <a:gd name="connsiteY2" fmla="*/ 3719050 h 4676582"/>
              <a:gd name="connsiteX3" fmla="*/ 2310695 w 3639170"/>
              <a:gd name="connsiteY3" fmla="*/ 4676582 h 4676582"/>
              <a:gd name="connsiteX4" fmla="*/ 0 w 3639170"/>
              <a:gd name="connsiteY4" fmla="*/ 787833 h 4676582"/>
              <a:gd name="connsiteX0" fmla="*/ 0 w 3639171"/>
              <a:gd name="connsiteY0" fmla="*/ 783704 h 4672453"/>
              <a:gd name="connsiteX1" fmla="*/ 2584062 w 3639171"/>
              <a:gd name="connsiteY1" fmla="*/ 0 h 4672453"/>
              <a:gd name="connsiteX2" fmla="*/ 3639163 w 3639171"/>
              <a:gd name="connsiteY2" fmla="*/ 3714921 h 4672453"/>
              <a:gd name="connsiteX3" fmla="*/ 2310695 w 3639171"/>
              <a:gd name="connsiteY3" fmla="*/ 4672453 h 4672453"/>
              <a:gd name="connsiteX4" fmla="*/ 0 w 3639171"/>
              <a:gd name="connsiteY4" fmla="*/ 783704 h 4672453"/>
              <a:gd name="connsiteX0" fmla="*/ 0 w 3639171"/>
              <a:gd name="connsiteY0" fmla="*/ 796638 h 4685387"/>
              <a:gd name="connsiteX1" fmla="*/ 2579266 w 3639171"/>
              <a:gd name="connsiteY1" fmla="*/ 0 h 4685387"/>
              <a:gd name="connsiteX2" fmla="*/ 3639163 w 3639171"/>
              <a:gd name="connsiteY2" fmla="*/ 3727855 h 4685387"/>
              <a:gd name="connsiteX3" fmla="*/ 2310695 w 3639171"/>
              <a:gd name="connsiteY3" fmla="*/ 4685387 h 4685387"/>
              <a:gd name="connsiteX4" fmla="*/ 0 w 3639171"/>
              <a:gd name="connsiteY4" fmla="*/ 796638 h 4685387"/>
              <a:gd name="connsiteX0" fmla="*/ 0 w 3639171"/>
              <a:gd name="connsiteY0" fmla="*/ 796638 h 4685387"/>
              <a:gd name="connsiteX1" fmla="*/ 2579266 w 3639171"/>
              <a:gd name="connsiteY1" fmla="*/ 0 h 4685387"/>
              <a:gd name="connsiteX2" fmla="*/ 3639163 w 3639171"/>
              <a:gd name="connsiteY2" fmla="*/ 3727855 h 4685387"/>
              <a:gd name="connsiteX3" fmla="*/ 2310695 w 3639171"/>
              <a:gd name="connsiteY3" fmla="*/ 4685387 h 4685387"/>
              <a:gd name="connsiteX4" fmla="*/ 0 w 3639171"/>
              <a:gd name="connsiteY4" fmla="*/ 796638 h 468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9171" h="4685387">
                <a:moveTo>
                  <a:pt x="0" y="796638"/>
                </a:moveTo>
                <a:cubicBezTo>
                  <a:pt x="1668536" y="295230"/>
                  <a:pt x="1265254" y="376208"/>
                  <a:pt x="2579266" y="0"/>
                </a:cubicBezTo>
                <a:cubicBezTo>
                  <a:pt x="2879644" y="1417913"/>
                  <a:pt x="3642039" y="2258489"/>
                  <a:pt x="3639163" y="3727855"/>
                </a:cubicBezTo>
                <a:lnTo>
                  <a:pt x="2310695" y="4685387"/>
                </a:lnTo>
                <a:lnTo>
                  <a:pt x="0" y="796638"/>
                </a:lnTo>
                <a:close/>
              </a:path>
            </a:pathLst>
          </a:custGeom>
          <a:gradFill>
            <a:gsLst>
              <a:gs pos="39000">
                <a:srgbClr val="0C122B">
                  <a:lumMod val="100000"/>
                  <a:alpha val="70368"/>
                </a:srgbClr>
              </a:gs>
              <a:gs pos="100000">
                <a:srgbClr val="58AED5"/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83808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1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Grafik 22">
            <a:extLst>
              <a:ext uri="{FF2B5EF4-FFF2-40B4-BE49-F238E27FC236}">
                <a16:creationId xmlns:a16="http://schemas.microsoft.com/office/drawing/2014/main" id="{145242E5-EC76-736A-7520-0D9BAF2730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1155" t="16497" r="15034" b="16800"/>
          <a:stretch/>
        </p:blipFill>
        <p:spPr>
          <a:xfrm>
            <a:off x="8478607" y="409863"/>
            <a:ext cx="3037175" cy="1427242"/>
          </a:xfrm>
          <a:prstGeom prst="rect">
            <a:avLst/>
          </a:prstGeom>
        </p:spPr>
      </p:pic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FDD786D1-EA8F-18AF-C947-058C32712C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5" y="3570308"/>
            <a:ext cx="9360000" cy="110447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spcAft>
                <a:spcPts val="1800"/>
              </a:spcAft>
              <a:defRPr sz="32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US" sz="24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US" sz="24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US" sz="24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lang="en-US" sz="24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>
              <a:spcBef>
                <a:spcPts val="0"/>
              </a:spcBef>
              <a:buNone/>
              <a:defRPr lang="en-US" sz="24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>
              <a:spcBef>
                <a:spcPts val="0"/>
              </a:spcBef>
              <a:spcAft>
                <a:spcPts val="0"/>
              </a:spcAft>
              <a:defRPr lang="en-US" sz="24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>
              <a:spcBef>
                <a:spcPts val="0"/>
              </a:spcBef>
              <a:spcAft>
                <a:spcPts val="0"/>
              </a:spcAft>
              <a:defRPr lang="en-US" sz="24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>
              <a:spcBef>
                <a:spcPts val="0"/>
              </a:spcBef>
              <a:spcAft>
                <a:spcPts val="0"/>
              </a:spcAft>
              <a:defRPr lang="en-US" sz="24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noProof="0" dirty="0"/>
              <a:t>Headline</a:t>
            </a:r>
          </a:p>
          <a:p>
            <a:pPr lvl="1"/>
            <a:r>
              <a:rPr lang="en-US" noProof="0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66964128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20">
            <a:extLst>
              <a:ext uri="{FF2B5EF4-FFF2-40B4-BE49-F238E27FC236}">
                <a16:creationId xmlns:a16="http://schemas.microsoft.com/office/drawing/2014/main" id="{3BFF459D-6264-F368-76F6-384368768B3E}"/>
              </a:ext>
            </a:extLst>
          </p:cNvPr>
          <p:cNvSpPr/>
          <p:nvPr userDrawn="1"/>
        </p:nvSpPr>
        <p:spPr>
          <a:xfrm rot="15744484">
            <a:off x="992685" y="-1588652"/>
            <a:ext cx="3521947" cy="6002043"/>
          </a:xfrm>
          <a:custGeom>
            <a:avLst/>
            <a:gdLst>
              <a:gd name="connsiteX0" fmla="*/ 0 w 4528868"/>
              <a:gd name="connsiteY0" fmla="*/ 0 h 5374256"/>
              <a:gd name="connsiteX1" fmla="*/ 4528868 w 4528868"/>
              <a:gd name="connsiteY1" fmla="*/ 8626 h 5374256"/>
              <a:gd name="connsiteX2" fmla="*/ 4520241 w 4528868"/>
              <a:gd name="connsiteY2" fmla="*/ 4416724 h 5374256"/>
              <a:gd name="connsiteX3" fmla="*/ 3191773 w 4528868"/>
              <a:gd name="connsiteY3" fmla="*/ 5374256 h 5374256"/>
              <a:gd name="connsiteX4" fmla="*/ 0 w 4528868"/>
              <a:gd name="connsiteY4" fmla="*/ 0 h 5374256"/>
              <a:gd name="connsiteX0" fmla="*/ 0 w 4528868"/>
              <a:gd name="connsiteY0" fmla="*/ 0 h 4944912"/>
              <a:gd name="connsiteX1" fmla="*/ 4528868 w 4528868"/>
              <a:gd name="connsiteY1" fmla="*/ 8626 h 4944912"/>
              <a:gd name="connsiteX2" fmla="*/ 4520241 w 4528868"/>
              <a:gd name="connsiteY2" fmla="*/ 4416724 h 4944912"/>
              <a:gd name="connsiteX3" fmla="*/ 2453788 w 4528868"/>
              <a:gd name="connsiteY3" fmla="*/ 4944912 h 4944912"/>
              <a:gd name="connsiteX4" fmla="*/ 0 w 4528868"/>
              <a:gd name="connsiteY4" fmla="*/ 0 h 4944912"/>
              <a:gd name="connsiteX0" fmla="*/ 0 w 4528868"/>
              <a:gd name="connsiteY0" fmla="*/ 0 h 4949837"/>
              <a:gd name="connsiteX1" fmla="*/ 4528868 w 4528868"/>
              <a:gd name="connsiteY1" fmla="*/ 8626 h 4949837"/>
              <a:gd name="connsiteX2" fmla="*/ 2411228 w 4528868"/>
              <a:gd name="connsiteY2" fmla="*/ 4949837 h 4949837"/>
              <a:gd name="connsiteX3" fmla="*/ 2453788 w 4528868"/>
              <a:gd name="connsiteY3" fmla="*/ 4944912 h 4949837"/>
              <a:gd name="connsiteX4" fmla="*/ 0 w 4528868"/>
              <a:gd name="connsiteY4" fmla="*/ 0 h 4949837"/>
              <a:gd name="connsiteX0" fmla="*/ 0 w 3196124"/>
              <a:gd name="connsiteY0" fmla="*/ 0 h 4949837"/>
              <a:gd name="connsiteX1" fmla="*/ 3196124 w 3196124"/>
              <a:gd name="connsiteY1" fmla="*/ 495434 h 4949837"/>
              <a:gd name="connsiteX2" fmla="*/ 2411228 w 3196124"/>
              <a:gd name="connsiteY2" fmla="*/ 4949837 h 4949837"/>
              <a:gd name="connsiteX3" fmla="*/ 2453788 w 3196124"/>
              <a:gd name="connsiteY3" fmla="*/ 4944912 h 4949837"/>
              <a:gd name="connsiteX4" fmla="*/ 0 w 3196124"/>
              <a:gd name="connsiteY4" fmla="*/ 0 h 4949837"/>
              <a:gd name="connsiteX0" fmla="*/ 0 w 2556957"/>
              <a:gd name="connsiteY0" fmla="*/ 0 h 4949837"/>
              <a:gd name="connsiteX1" fmla="*/ 2556957 w 2556957"/>
              <a:gd name="connsiteY1" fmla="*/ 445491 h 4949837"/>
              <a:gd name="connsiteX2" fmla="*/ 2411228 w 2556957"/>
              <a:gd name="connsiteY2" fmla="*/ 4949837 h 4949837"/>
              <a:gd name="connsiteX3" fmla="*/ 2453788 w 2556957"/>
              <a:gd name="connsiteY3" fmla="*/ 4944912 h 4949837"/>
              <a:gd name="connsiteX4" fmla="*/ 0 w 2556957"/>
              <a:gd name="connsiteY4" fmla="*/ 0 h 4949837"/>
              <a:gd name="connsiteX0" fmla="*/ 0 w 3079177"/>
              <a:gd name="connsiteY0" fmla="*/ 0 h 4949837"/>
              <a:gd name="connsiteX1" fmla="*/ 3079177 w 3079177"/>
              <a:gd name="connsiteY1" fmla="*/ 452872 h 4949837"/>
              <a:gd name="connsiteX2" fmla="*/ 2411228 w 3079177"/>
              <a:gd name="connsiteY2" fmla="*/ 4949837 h 4949837"/>
              <a:gd name="connsiteX3" fmla="*/ 2453788 w 3079177"/>
              <a:gd name="connsiteY3" fmla="*/ 4944912 h 4949837"/>
              <a:gd name="connsiteX4" fmla="*/ 0 w 3079177"/>
              <a:gd name="connsiteY4" fmla="*/ 0 h 4949837"/>
              <a:gd name="connsiteX0" fmla="*/ 0 w 3079177"/>
              <a:gd name="connsiteY0" fmla="*/ 0 h 4983024"/>
              <a:gd name="connsiteX1" fmla="*/ 3079177 w 3079177"/>
              <a:gd name="connsiteY1" fmla="*/ 452872 h 4983024"/>
              <a:gd name="connsiteX2" fmla="*/ 2411228 w 3079177"/>
              <a:gd name="connsiteY2" fmla="*/ 4949837 h 4983024"/>
              <a:gd name="connsiteX3" fmla="*/ 2219699 w 3079177"/>
              <a:gd name="connsiteY3" fmla="*/ 4983024 h 4983024"/>
              <a:gd name="connsiteX4" fmla="*/ 0 w 3079177"/>
              <a:gd name="connsiteY4" fmla="*/ 0 h 4983024"/>
              <a:gd name="connsiteX0" fmla="*/ 0 w 3079177"/>
              <a:gd name="connsiteY0" fmla="*/ 0 h 5425792"/>
              <a:gd name="connsiteX1" fmla="*/ 3079177 w 3079177"/>
              <a:gd name="connsiteY1" fmla="*/ 452872 h 5425792"/>
              <a:gd name="connsiteX2" fmla="*/ 2716116 w 3079177"/>
              <a:gd name="connsiteY2" fmla="*/ 5425792 h 5425792"/>
              <a:gd name="connsiteX3" fmla="*/ 2219699 w 3079177"/>
              <a:gd name="connsiteY3" fmla="*/ 4983024 h 5425792"/>
              <a:gd name="connsiteX4" fmla="*/ 0 w 3079177"/>
              <a:gd name="connsiteY4" fmla="*/ 0 h 5425792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117286"/>
              <a:gd name="connsiteY0" fmla="*/ 0 h 5042904"/>
              <a:gd name="connsiteX1" fmla="*/ 3117286 w 3117286"/>
              <a:gd name="connsiteY1" fmla="*/ 476607 h 5042904"/>
              <a:gd name="connsiteX2" fmla="*/ 2470436 w 3117286"/>
              <a:gd name="connsiteY2" fmla="*/ 5042904 h 5042904"/>
              <a:gd name="connsiteX3" fmla="*/ 2219699 w 3117286"/>
              <a:gd name="connsiteY3" fmla="*/ 4983024 h 5042904"/>
              <a:gd name="connsiteX4" fmla="*/ 0 w 3117286"/>
              <a:gd name="connsiteY4" fmla="*/ 0 h 5042904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272774 w 3170361"/>
              <a:gd name="connsiteY3" fmla="*/ 4903693 h 4963573"/>
              <a:gd name="connsiteX4" fmla="*/ 0 w 3170361"/>
              <a:gd name="connsiteY4" fmla="*/ 0 h 4963573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272774 w 3170361"/>
              <a:gd name="connsiteY3" fmla="*/ 4903693 h 4963573"/>
              <a:gd name="connsiteX4" fmla="*/ 0 w 3170361"/>
              <a:gd name="connsiteY4" fmla="*/ 0 h 4963573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525242 w 3170361"/>
              <a:gd name="connsiteY3" fmla="*/ 4953653 h 4963573"/>
              <a:gd name="connsiteX4" fmla="*/ 0 w 3170361"/>
              <a:gd name="connsiteY4" fmla="*/ 0 h 4963573"/>
              <a:gd name="connsiteX0" fmla="*/ 0 w 3173082"/>
              <a:gd name="connsiteY0" fmla="*/ 0 h 4963573"/>
              <a:gd name="connsiteX1" fmla="*/ 3173082 w 3173082"/>
              <a:gd name="connsiteY1" fmla="*/ 378537 h 4963573"/>
              <a:gd name="connsiteX2" fmla="*/ 2523511 w 3173082"/>
              <a:gd name="connsiteY2" fmla="*/ 4963573 h 4963573"/>
              <a:gd name="connsiteX3" fmla="*/ 2525242 w 3173082"/>
              <a:gd name="connsiteY3" fmla="*/ 4953653 h 4963573"/>
              <a:gd name="connsiteX4" fmla="*/ 0 w 3173082"/>
              <a:gd name="connsiteY4" fmla="*/ 0 h 496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3082" h="4963573">
                <a:moveTo>
                  <a:pt x="0" y="0"/>
                </a:moveTo>
                <a:lnTo>
                  <a:pt x="3173082" y="378537"/>
                </a:lnTo>
                <a:cubicBezTo>
                  <a:pt x="2987832" y="1816056"/>
                  <a:pt x="2718969" y="3527305"/>
                  <a:pt x="2523511" y="4963573"/>
                </a:cubicBezTo>
                <a:lnTo>
                  <a:pt x="2525242" y="495365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9000">
                <a:srgbClr val="0C122B"/>
              </a:gs>
              <a:gs pos="100000">
                <a:srgbClr val="DC387C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495B2FBE-DA85-5A91-A46B-089E402B4D2A}"/>
              </a:ext>
            </a:extLst>
          </p:cNvPr>
          <p:cNvSpPr/>
          <p:nvPr userDrawn="1"/>
        </p:nvSpPr>
        <p:spPr>
          <a:xfrm rot="6527892">
            <a:off x="6058682" y="577486"/>
            <a:ext cx="5588974" cy="7839322"/>
          </a:xfrm>
          <a:custGeom>
            <a:avLst/>
            <a:gdLst>
              <a:gd name="connsiteX0" fmla="*/ 0 w 4528868"/>
              <a:gd name="connsiteY0" fmla="*/ 0 h 5374256"/>
              <a:gd name="connsiteX1" fmla="*/ 4528868 w 4528868"/>
              <a:gd name="connsiteY1" fmla="*/ 8626 h 5374256"/>
              <a:gd name="connsiteX2" fmla="*/ 4520241 w 4528868"/>
              <a:gd name="connsiteY2" fmla="*/ 4416724 h 5374256"/>
              <a:gd name="connsiteX3" fmla="*/ 3191773 w 4528868"/>
              <a:gd name="connsiteY3" fmla="*/ 5374256 h 5374256"/>
              <a:gd name="connsiteX4" fmla="*/ 0 w 4528868"/>
              <a:gd name="connsiteY4" fmla="*/ 0 h 5374256"/>
              <a:gd name="connsiteX0" fmla="*/ 0 w 3647790"/>
              <a:gd name="connsiteY0" fmla="*/ 1476886 h 5365635"/>
              <a:gd name="connsiteX1" fmla="*/ 3647790 w 3647790"/>
              <a:gd name="connsiteY1" fmla="*/ 5 h 5365635"/>
              <a:gd name="connsiteX2" fmla="*/ 3639163 w 3647790"/>
              <a:gd name="connsiteY2" fmla="*/ 4408103 h 5365635"/>
              <a:gd name="connsiteX3" fmla="*/ 2310695 w 3647790"/>
              <a:gd name="connsiteY3" fmla="*/ 5365635 h 5365635"/>
              <a:gd name="connsiteX4" fmla="*/ 0 w 3647790"/>
              <a:gd name="connsiteY4" fmla="*/ 1476886 h 5365635"/>
              <a:gd name="connsiteX0" fmla="*/ 0 w 3639168"/>
              <a:gd name="connsiteY0" fmla="*/ 818248 h 4706997"/>
              <a:gd name="connsiteX1" fmla="*/ 2579116 w 3639168"/>
              <a:gd name="connsiteY1" fmla="*/ 8 h 4706997"/>
              <a:gd name="connsiteX2" fmla="*/ 3639163 w 3639168"/>
              <a:gd name="connsiteY2" fmla="*/ 3749465 h 4706997"/>
              <a:gd name="connsiteX3" fmla="*/ 2310695 w 3639168"/>
              <a:gd name="connsiteY3" fmla="*/ 4706997 h 4706997"/>
              <a:gd name="connsiteX4" fmla="*/ 0 w 3639168"/>
              <a:gd name="connsiteY4" fmla="*/ 818248 h 4706997"/>
              <a:gd name="connsiteX0" fmla="*/ 0 w 3639168"/>
              <a:gd name="connsiteY0" fmla="*/ 818240 h 4706989"/>
              <a:gd name="connsiteX1" fmla="*/ 2579116 w 3639168"/>
              <a:gd name="connsiteY1" fmla="*/ 0 h 4706989"/>
              <a:gd name="connsiteX2" fmla="*/ 3639163 w 3639168"/>
              <a:gd name="connsiteY2" fmla="*/ 3749457 h 4706989"/>
              <a:gd name="connsiteX3" fmla="*/ 2310695 w 3639168"/>
              <a:gd name="connsiteY3" fmla="*/ 4706989 h 4706989"/>
              <a:gd name="connsiteX4" fmla="*/ 0 w 3639168"/>
              <a:gd name="connsiteY4" fmla="*/ 818240 h 4706989"/>
              <a:gd name="connsiteX0" fmla="*/ 0 w 3639168"/>
              <a:gd name="connsiteY0" fmla="*/ 818240 h 4706989"/>
              <a:gd name="connsiteX1" fmla="*/ 2579116 w 3639168"/>
              <a:gd name="connsiteY1" fmla="*/ 0 h 4706989"/>
              <a:gd name="connsiteX2" fmla="*/ 3639163 w 3639168"/>
              <a:gd name="connsiteY2" fmla="*/ 3749457 h 4706989"/>
              <a:gd name="connsiteX3" fmla="*/ 2310695 w 3639168"/>
              <a:gd name="connsiteY3" fmla="*/ 4706989 h 4706989"/>
              <a:gd name="connsiteX4" fmla="*/ 0 w 3639168"/>
              <a:gd name="connsiteY4" fmla="*/ 818240 h 4706989"/>
              <a:gd name="connsiteX0" fmla="*/ 0 w 3639168"/>
              <a:gd name="connsiteY0" fmla="*/ 790308 h 4679057"/>
              <a:gd name="connsiteX1" fmla="*/ 2605198 w 3639168"/>
              <a:gd name="connsiteY1" fmla="*/ 0 h 4679057"/>
              <a:gd name="connsiteX2" fmla="*/ 3639163 w 3639168"/>
              <a:gd name="connsiteY2" fmla="*/ 3721525 h 4679057"/>
              <a:gd name="connsiteX3" fmla="*/ 2310695 w 3639168"/>
              <a:gd name="connsiteY3" fmla="*/ 4679057 h 4679057"/>
              <a:gd name="connsiteX4" fmla="*/ 0 w 3639168"/>
              <a:gd name="connsiteY4" fmla="*/ 790308 h 4679057"/>
              <a:gd name="connsiteX0" fmla="*/ 0 w 3639168"/>
              <a:gd name="connsiteY0" fmla="*/ 790308 h 4679057"/>
              <a:gd name="connsiteX1" fmla="*/ 2605198 w 3639168"/>
              <a:gd name="connsiteY1" fmla="*/ 0 h 4679057"/>
              <a:gd name="connsiteX2" fmla="*/ 3639163 w 3639168"/>
              <a:gd name="connsiteY2" fmla="*/ 3721525 h 4679057"/>
              <a:gd name="connsiteX3" fmla="*/ 2310695 w 3639168"/>
              <a:gd name="connsiteY3" fmla="*/ 4679057 h 4679057"/>
              <a:gd name="connsiteX4" fmla="*/ 0 w 3639168"/>
              <a:gd name="connsiteY4" fmla="*/ 790308 h 4679057"/>
              <a:gd name="connsiteX0" fmla="*/ 0 w 3639168"/>
              <a:gd name="connsiteY0" fmla="*/ 785906 h 4674655"/>
              <a:gd name="connsiteX1" fmla="*/ 2591107 w 3639168"/>
              <a:gd name="connsiteY1" fmla="*/ 0 h 4674655"/>
              <a:gd name="connsiteX2" fmla="*/ 3639163 w 3639168"/>
              <a:gd name="connsiteY2" fmla="*/ 3717123 h 4674655"/>
              <a:gd name="connsiteX3" fmla="*/ 2310695 w 3639168"/>
              <a:gd name="connsiteY3" fmla="*/ 4674655 h 4674655"/>
              <a:gd name="connsiteX4" fmla="*/ 0 w 3639168"/>
              <a:gd name="connsiteY4" fmla="*/ 785906 h 4674655"/>
              <a:gd name="connsiteX0" fmla="*/ 0 w 3639171"/>
              <a:gd name="connsiteY0" fmla="*/ 785906 h 4674655"/>
              <a:gd name="connsiteX1" fmla="*/ 2591107 w 3639171"/>
              <a:gd name="connsiteY1" fmla="*/ 0 h 4674655"/>
              <a:gd name="connsiteX2" fmla="*/ 3639163 w 3639171"/>
              <a:gd name="connsiteY2" fmla="*/ 3717123 h 4674655"/>
              <a:gd name="connsiteX3" fmla="*/ 2310695 w 3639171"/>
              <a:gd name="connsiteY3" fmla="*/ 4674655 h 4674655"/>
              <a:gd name="connsiteX4" fmla="*/ 0 w 3639171"/>
              <a:gd name="connsiteY4" fmla="*/ 785906 h 4674655"/>
              <a:gd name="connsiteX0" fmla="*/ 0 w 3639170"/>
              <a:gd name="connsiteY0" fmla="*/ 787833 h 4676582"/>
              <a:gd name="connsiteX1" fmla="*/ 2551083 w 3639170"/>
              <a:gd name="connsiteY1" fmla="*/ 0 h 4676582"/>
              <a:gd name="connsiteX2" fmla="*/ 3639163 w 3639170"/>
              <a:gd name="connsiteY2" fmla="*/ 3719050 h 4676582"/>
              <a:gd name="connsiteX3" fmla="*/ 2310695 w 3639170"/>
              <a:gd name="connsiteY3" fmla="*/ 4676582 h 4676582"/>
              <a:gd name="connsiteX4" fmla="*/ 0 w 3639170"/>
              <a:gd name="connsiteY4" fmla="*/ 787833 h 4676582"/>
              <a:gd name="connsiteX0" fmla="*/ 0 w 3639170"/>
              <a:gd name="connsiteY0" fmla="*/ 787833 h 4676582"/>
              <a:gd name="connsiteX1" fmla="*/ 2551083 w 3639170"/>
              <a:gd name="connsiteY1" fmla="*/ 0 h 4676582"/>
              <a:gd name="connsiteX2" fmla="*/ 3639163 w 3639170"/>
              <a:gd name="connsiteY2" fmla="*/ 3719050 h 4676582"/>
              <a:gd name="connsiteX3" fmla="*/ 2310695 w 3639170"/>
              <a:gd name="connsiteY3" fmla="*/ 4676582 h 4676582"/>
              <a:gd name="connsiteX4" fmla="*/ 0 w 3639170"/>
              <a:gd name="connsiteY4" fmla="*/ 787833 h 4676582"/>
              <a:gd name="connsiteX0" fmla="*/ 0 w 3639171"/>
              <a:gd name="connsiteY0" fmla="*/ 783704 h 4672453"/>
              <a:gd name="connsiteX1" fmla="*/ 2584062 w 3639171"/>
              <a:gd name="connsiteY1" fmla="*/ 0 h 4672453"/>
              <a:gd name="connsiteX2" fmla="*/ 3639163 w 3639171"/>
              <a:gd name="connsiteY2" fmla="*/ 3714921 h 4672453"/>
              <a:gd name="connsiteX3" fmla="*/ 2310695 w 3639171"/>
              <a:gd name="connsiteY3" fmla="*/ 4672453 h 4672453"/>
              <a:gd name="connsiteX4" fmla="*/ 0 w 3639171"/>
              <a:gd name="connsiteY4" fmla="*/ 783704 h 4672453"/>
              <a:gd name="connsiteX0" fmla="*/ 0 w 3639171"/>
              <a:gd name="connsiteY0" fmla="*/ 796638 h 4685387"/>
              <a:gd name="connsiteX1" fmla="*/ 2579266 w 3639171"/>
              <a:gd name="connsiteY1" fmla="*/ 0 h 4685387"/>
              <a:gd name="connsiteX2" fmla="*/ 3639163 w 3639171"/>
              <a:gd name="connsiteY2" fmla="*/ 3727855 h 4685387"/>
              <a:gd name="connsiteX3" fmla="*/ 2310695 w 3639171"/>
              <a:gd name="connsiteY3" fmla="*/ 4685387 h 4685387"/>
              <a:gd name="connsiteX4" fmla="*/ 0 w 3639171"/>
              <a:gd name="connsiteY4" fmla="*/ 796638 h 4685387"/>
              <a:gd name="connsiteX0" fmla="*/ 0 w 3639171"/>
              <a:gd name="connsiteY0" fmla="*/ 796638 h 4685387"/>
              <a:gd name="connsiteX1" fmla="*/ 2579266 w 3639171"/>
              <a:gd name="connsiteY1" fmla="*/ 0 h 4685387"/>
              <a:gd name="connsiteX2" fmla="*/ 3639163 w 3639171"/>
              <a:gd name="connsiteY2" fmla="*/ 3727855 h 4685387"/>
              <a:gd name="connsiteX3" fmla="*/ 2310695 w 3639171"/>
              <a:gd name="connsiteY3" fmla="*/ 4685387 h 4685387"/>
              <a:gd name="connsiteX4" fmla="*/ 0 w 3639171"/>
              <a:gd name="connsiteY4" fmla="*/ 796638 h 468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9171" h="4685387">
                <a:moveTo>
                  <a:pt x="0" y="796638"/>
                </a:moveTo>
                <a:cubicBezTo>
                  <a:pt x="1668536" y="295230"/>
                  <a:pt x="1265254" y="376208"/>
                  <a:pt x="2579266" y="0"/>
                </a:cubicBezTo>
                <a:cubicBezTo>
                  <a:pt x="2879644" y="1417913"/>
                  <a:pt x="3642039" y="2258489"/>
                  <a:pt x="3639163" y="3727855"/>
                </a:cubicBezTo>
                <a:lnTo>
                  <a:pt x="2310695" y="4685387"/>
                </a:lnTo>
                <a:lnTo>
                  <a:pt x="0" y="796638"/>
                </a:lnTo>
                <a:close/>
              </a:path>
            </a:pathLst>
          </a:custGeom>
          <a:gradFill>
            <a:gsLst>
              <a:gs pos="39000">
                <a:srgbClr val="0C122B">
                  <a:lumMod val="100000"/>
                  <a:alpha val="70368"/>
                </a:srgbClr>
              </a:gs>
              <a:gs pos="100000">
                <a:srgbClr val="58AED5"/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83808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Grafik 1">
            <a:extLst>
              <a:ext uri="{FF2B5EF4-FFF2-40B4-BE49-F238E27FC236}">
                <a16:creationId xmlns:a16="http://schemas.microsoft.com/office/drawing/2014/main" id="{5F9BC208-4EF3-3EE4-E3F7-6202718C95D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9385" y="486410"/>
            <a:ext cx="663350" cy="95704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AB08381-F591-F9A4-6A59-3E73A49ABC1F}"/>
              </a:ext>
            </a:extLst>
          </p:cNvPr>
          <p:cNvSpPr txBox="1"/>
          <p:nvPr userDrawn="1"/>
        </p:nvSpPr>
        <p:spPr>
          <a:xfrm>
            <a:off x="694481" y="671332"/>
            <a:ext cx="879676" cy="25557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de-DE" sz="15000" dirty="0">
                <a:solidFill>
                  <a:schemeClr val="bg1"/>
                </a:solidFill>
              </a:rPr>
              <a:t>“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82F8C472-E83F-298A-AFA2-ED91C2FC1B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1801" y="1949450"/>
            <a:ext cx="8374600" cy="368386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2pPr>
            <a:lvl3pPr marL="266700" indent="0" algn="r">
              <a:buNone/>
              <a:defRPr>
                <a:solidFill>
                  <a:schemeClr val="bg1"/>
                </a:solidFill>
              </a:defRPr>
            </a:lvl3pPr>
            <a:lvl4pPr marL="446088" indent="0">
              <a:buNone/>
              <a:defRPr>
                <a:solidFill>
                  <a:schemeClr val="bg1"/>
                </a:solidFill>
              </a:defRPr>
            </a:lvl4pPr>
            <a:lvl5pPr marL="62706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1"/>
            <a:r>
              <a:rPr lang="en-US" noProof="0" dirty="0"/>
              <a:t>Quote, Work Sans </a:t>
            </a:r>
            <a:r>
              <a:rPr lang="en-US" noProof="0" dirty="0" err="1"/>
              <a:t>Semibold</a:t>
            </a:r>
            <a:r>
              <a:rPr lang="en-US" noProof="0" dirty="0"/>
              <a:t> 32pt or 24pt</a:t>
            </a:r>
          </a:p>
          <a:p>
            <a:pPr lvl="2"/>
            <a:r>
              <a:rPr lang="en-US" noProof="0" dirty="0"/>
              <a:t>Title Name Surname </a:t>
            </a:r>
            <a:br>
              <a:rPr lang="en-US" noProof="0" dirty="0"/>
            </a:br>
            <a:r>
              <a:rPr lang="en-US" noProof="0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291922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20">
            <a:extLst>
              <a:ext uri="{FF2B5EF4-FFF2-40B4-BE49-F238E27FC236}">
                <a16:creationId xmlns:a16="http://schemas.microsoft.com/office/drawing/2014/main" id="{3BFF459D-6264-F368-76F6-384368768B3E}"/>
              </a:ext>
            </a:extLst>
          </p:cNvPr>
          <p:cNvSpPr/>
          <p:nvPr userDrawn="1"/>
        </p:nvSpPr>
        <p:spPr>
          <a:xfrm rot="15744484">
            <a:off x="992685" y="-1588652"/>
            <a:ext cx="3521947" cy="6002043"/>
          </a:xfrm>
          <a:custGeom>
            <a:avLst/>
            <a:gdLst>
              <a:gd name="connsiteX0" fmla="*/ 0 w 4528868"/>
              <a:gd name="connsiteY0" fmla="*/ 0 h 5374256"/>
              <a:gd name="connsiteX1" fmla="*/ 4528868 w 4528868"/>
              <a:gd name="connsiteY1" fmla="*/ 8626 h 5374256"/>
              <a:gd name="connsiteX2" fmla="*/ 4520241 w 4528868"/>
              <a:gd name="connsiteY2" fmla="*/ 4416724 h 5374256"/>
              <a:gd name="connsiteX3" fmla="*/ 3191773 w 4528868"/>
              <a:gd name="connsiteY3" fmla="*/ 5374256 h 5374256"/>
              <a:gd name="connsiteX4" fmla="*/ 0 w 4528868"/>
              <a:gd name="connsiteY4" fmla="*/ 0 h 5374256"/>
              <a:gd name="connsiteX0" fmla="*/ 0 w 4528868"/>
              <a:gd name="connsiteY0" fmla="*/ 0 h 4944912"/>
              <a:gd name="connsiteX1" fmla="*/ 4528868 w 4528868"/>
              <a:gd name="connsiteY1" fmla="*/ 8626 h 4944912"/>
              <a:gd name="connsiteX2" fmla="*/ 4520241 w 4528868"/>
              <a:gd name="connsiteY2" fmla="*/ 4416724 h 4944912"/>
              <a:gd name="connsiteX3" fmla="*/ 2453788 w 4528868"/>
              <a:gd name="connsiteY3" fmla="*/ 4944912 h 4944912"/>
              <a:gd name="connsiteX4" fmla="*/ 0 w 4528868"/>
              <a:gd name="connsiteY4" fmla="*/ 0 h 4944912"/>
              <a:gd name="connsiteX0" fmla="*/ 0 w 4528868"/>
              <a:gd name="connsiteY0" fmla="*/ 0 h 4949837"/>
              <a:gd name="connsiteX1" fmla="*/ 4528868 w 4528868"/>
              <a:gd name="connsiteY1" fmla="*/ 8626 h 4949837"/>
              <a:gd name="connsiteX2" fmla="*/ 2411228 w 4528868"/>
              <a:gd name="connsiteY2" fmla="*/ 4949837 h 4949837"/>
              <a:gd name="connsiteX3" fmla="*/ 2453788 w 4528868"/>
              <a:gd name="connsiteY3" fmla="*/ 4944912 h 4949837"/>
              <a:gd name="connsiteX4" fmla="*/ 0 w 4528868"/>
              <a:gd name="connsiteY4" fmla="*/ 0 h 4949837"/>
              <a:gd name="connsiteX0" fmla="*/ 0 w 3196124"/>
              <a:gd name="connsiteY0" fmla="*/ 0 h 4949837"/>
              <a:gd name="connsiteX1" fmla="*/ 3196124 w 3196124"/>
              <a:gd name="connsiteY1" fmla="*/ 495434 h 4949837"/>
              <a:gd name="connsiteX2" fmla="*/ 2411228 w 3196124"/>
              <a:gd name="connsiteY2" fmla="*/ 4949837 h 4949837"/>
              <a:gd name="connsiteX3" fmla="*/ 2453788 w 3196124"/>
              <a:gd name="connsiteY3" fmla="*/ 4944912 h 4949837"/>
              <a:gd name="connsiteX4" fmla="*/ 0 w 3196124"/>
              <a:gd name="connsiteY4" fmla="*/ 0 h 4949837"/>
              <a:gd name="connsiteX0" fmla="*/ 0 w 2556957"/>
              <a:gd name="connsiteY0" fmla="*/ 0 h 4949837"/>
              <a:gd name="connsiteX1" fmla="*/ 2556957 w 2556957"/>
              <a:gd name="connsiteY1" fmla="*/ 445491 h 4949837"/>
              <a:gd name="connsiteX2" fmla="*/ 2411228 w 2556957"/>
              <a:gd name="connsiteY2" fmla="*/ 4949837 h 4949837"/>
              <a:gd name="connsiteX3" fmla="*/ 2453788 w 2556957"/>
              <a:gd name="connsiteY3" fmla="*/ 4944912 h 4949837"/>
              <a:gd name="connsiteX4" fmla="*/ 0 w 2556957"/>
              <a:gd name="connsiteY4" fmla="*/ 0 h 4949837"/>
              <a:gd name="connsiteX0" fmla="*/ 0 w 3079177"/>
              <a:gd name="connsiteY0" fmla="*/ 0 h 4949837"/>
              <a:gd name="connsiteX1" fmla="*/ 3079177 w 3079177"/>
              <a:gd name="connsiteY1" fmla="*/ 452872 h 4949837"/>
              <a:gd name="connsiteX2" fmla="*/ 2411228 w 3079177"/>
              <a:gd name="connsiteY2" fmla="*/ 4949837 h 4949837"/>
              <a:gd name="connsiteX3" fmla="*/ 2453788 w 3079177"/>
              <a:gd name="connsiteY3" fmla="*/ 4944912 h 4949837"/>
              <a:gd name="connsiteX4" fmla="*/ 0 w 3079177"/>
              <a:gd name="connsiteY4" fmla="*/ 0 h 4949837"/>
              <a:gd name="connsiteX0" fmla="*/ 0 w 3079177"/>
              <a:gd name="connsiteY0" fmla="*/ 0 h 4983024"/>
              <a:gd name="connsiteX1" fmla="*/ 3079177 w 3079177"/>
              <a:gd name="connsiteY1" fmla="*/ 452872 h 4983024"/>
              <a:gd name="connsiteX2" fmla="*/ 2411228 w 3079177"/>
              <a:gd name="connsiteY2" fmla="*/ 4949837 h 4983024"/>
              <a:gd name="connsiteX3" fmla="*/ 2219699 w 3079177"/>
              <a:gd name="connsiteY3" fmla="*/ 4983024 h 4983024"/>
              <a:gd name="connsiteX4" fmla="*/ 0 w 3079177"/>
              <a:gd name="connsiteY4" fmla="*/ 0 h 4983024"/>
              <a:gd name="connsiteX0" fmla="*/ 0 w 3079177"/>
              <a:gd name="connsiteY0" fmla="*/ 0 h 5425792"/>
              <a:gd name="connsiteX1" fmla="*/ 3079177 w 3079177"/>
              <a:gd name="connsiteY1" fmla="*/ 452872 h 5425792"/>
              <a:gd name="connsiteX2" fmla="*/ 2716116 w 3079177"/>
              <a:gd name="connsiteY2" fmla="*/ 5425792 h 5425792"/>
              <a:gd name="connsiteX3" fmla="*/ 2219699 w 3079177"/>
              <a:gd name="connsiteY3" fmla="*/ 4983024 h 5425792"/>
              <a:gd name="connsiteX4" fmla="*/ 0 w 3079177"/>
              <a:gd name="connsiteY4" fmla="*/ 0 h 5425792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117286"/>
              <a:gd name="connsiteY0" fmla="*/ 0 h 5042904"/>
              <a:gd name="connsiteX1" fmla="*/ 3117286 w 3117286"/>
              <a:gd name="connsiteY1" fmla="*/ 476607 h 5042904"/>
              <a:gd name="connsiteX2" fmla="*/ 2470436 w 3117286"/>
              <a:gd name="connsiteY2" fmla="*/ 5042904 h 5042904"/>
              <a:gd name="connsiteX3" fmla="*/ 2219699 w 3117286"/>
              <a:gd name="connsiteY3" fmla="*/ 4983024 h 5042904"/>
              <a:gd name="connsiteX4" fmla="*/ 0 w 3117286"/>
              <a:gd name="connsiteY4" fmla="*/ 0 h 5042904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272774 w 3170361"/>
              <a:gd name="connsiteY3" fmla="*/ 4903693 h 4963573"/>
              <a:gd name="connsiteX4" fmla="*/ 0 w 3170361"/>
              <a:gd name="connsiteY4" fmla="*/ 0 h 4963573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272774 w 3170361"/>
              <a:gd name="connsiteY3" fmla="*/ 4903693 h 4963573"/>
              <a:gd name="connsiteX4" fmla="*/ 0 w 3170361"/>
              <a:gd name="connsiteY4" fmla="*/ 0 h 4963573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525242 w 3170361"/>
              <a:gd name="connsiteY3" fmla="*/ 4953653 h 4963573"/>
              <a:gd name="connsiteX4" fmla="*/ 0 w 3170361"/>
              <a:gd name="connsiteY4" fmla="*/ 0 h 4963573"/>
              <a:gd name="connsiteX0" fmla="*/ 0 w 3173082"/>
              <a:gd name="connsiteY0" fmla="*/ 0 h 4963573"/>
              <a:gd name="connsiteX1" fmla="*/ 3173082 w 3173082"/>
              <a:gd name="connsiteY1" fmla="*/ 378537 h 4963573"/>
              <a:gd name="connsiteX2" fmla="*/ 2523511 w 3173082"/>
              <a:gd name="connsiteY2" fmla="*/ 4963573 h 4963573"/>
              <a:gd name="connsiteX3" fmla="*/ 2525242 w 3173082"/>
              <a:gd name="connsiteY3" fmla="*/ 4953653 h 4963573"/>
              <a:gd name="connsiteX4" fmla="*/ 0 w 3173082"/>
              <a:gd name="connsiteY4" fmla="*/ 0 h 496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3082" h="4963573">
                <a:moveTo>
                  <a:pt x="0" y="0"/>
                </a:moveTo>
                <a:lnTo>
                  <a:pt x="3173082" y="378537"/>
                </a:lnTo>
                <a:cubicBezTo>
                  <a:pt x="2987832" y="1816056"/>
                  <a:pt x="2718969" y="3527305"/>
                  <a:pt x="2523511" y="4963573"/>
                </a:cubicBezTo>
                <a:lnTo>
                  <a:pt x="2525242" y="495365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9000">
                <a:srgbClr val="0C122B"/>
              </a:gs>
              <a:gs pos="100000">
                <a:srgbClr val="DC387C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495B2FBE-DA85-5A91-A46B-089E402B4D2A}"/>
              </a:ext>
            </a:extLst>
          </p:cNvPr>
          <p:cNvSpPr/>
          <p:nvPr userDrawn="1"/>
        </p:nvSpPr>
        <p:spPr>
          <a:xfrm rot="6527892">
            <a:off x="6058682" y="577486"/>
            <a:ext cx="5588974" cy="7839322"/>
          </a:xfrm>
          <a:custGeom>
            <a:avLst/>
            <a:gdLst>
              <a:gd name="connsiteX0" fmla="*/ 0 w 4528868"/>
              <a:gd name="connsiteY0" fmla="*/ 0 h 5374256"/>
              <a:gd name="connsiteX1" fmla="*/ 4528868 w 4528868"/>
              <a:gd name="connsiteY1" fmla="*/ 8626 h 5374256"/>
              <a:gd name="connsiteX2" fmla="*/ 4520241 w 4528868"/>
              <a:gd name="connsiteY2" fmla="*/ 4416724 h 5374256"/>
              <a:gd name="connsiteX3" fmla="*/ 3191773 w 4528868"/>
              <a:gd name="connsiteY3" fmla="*/ 5374256 h 5374256"/>
              <a:gd name="connsiteX4" fmla="*/ 0 w 4528868"/>
              <a:gd name="connsiteY4" fmla="*/ 0 h 5374256"/>
              <a:gd name="connsiteX0" fmla="*/ 0 w 3647790"/>
              <a:gd name="connsiteY0" fmla="*/ 1476886 h 5365635"/>
              <a:gd name="connsiteX1" fmla="*/ 3647790 w 3647790"/>
              <a:gd name="connsiteY1" fmla="*/ 5 h 5365635"/>
              <a:gd name="connsiteX2" fmla="*/ 3639163 w 3647790"/>
              <a:gd name="connsiteY2" fmla="*/ 4408103 h 5365635"/>
              <a:gd name="connsiteX3" fmla="*/ 2310695 w 3647790"/>
              <a:gd name="connsiteY3" fmla="*/ 5365635 h 5365635"/>
              <a:gd name="connsiteX4" fmla="*/ 0 w 3647790"/>
              <a:gd name="connsiteY4" fmla="*/ 1476886 h 5365635"/>
              <a:gd name="connsiteX0" fmla="*/ 0 w 3639168"/>
              <a:gd name="connsiteY0" fmla="*/ 818248 h 4706997"/>
              <a:gd name="connsiteX1" fmla="*/ 2579116 w 3639168"/>
              <a:gd name="connsiteY1" fmla="*/ 8 h 4706997"/>
              <a:gd name="connsiteX2" fmla="*/ 3639163 w 3639168"/>
              <a:gd name="connsiteY2" fmla="*/ 3749465 h 4706997"/>
              <a:gd name="connsiteX3" fmla="*/ 2310695 w 3639168"/>
              <a:gd name="connsiteY3" fmla="*/ 4706997 h 4706997"/>
              <a:gd name="connsiteX4" fmla="*/ 0 w 3639168"/>
              <a:gd name="connsiteY4" fmla="*/ 818248 h 4706997"/>
              <a:gd name="connsiteX0" fmla="*/ 0 w 3639168"/>
              <a:gd name="connsiteY0" fmla="*/ 818240 h 4706989"/>
              <a:gd name="connsiteX1" fmla="*/ 2579116 w 3639168"/>
              <a:gd name="connsiteY1" fmla="*/ 0 h 4706989"/>
              <a:gd name="connsiteX2" fmla="*/ 3639163 w 3639168"/>
              <a:gd name="connsiteY2" fmla="*/ 3749457 h 4706989"/>
              <a:gd name="connsiteX3" fmla="*/ 2310695 w 3639168"/>
              <a:gd name="connsiteY3" fmla="*/ 4706989 h 4706989"/>
              <a:gd name="connsiteX4" fmla="*/ 0 w 3639168"/>
              <a:gd name="connsiteY4" fmla="*/ 818240 h 4706989"/>
              <a:gd name="connsiteX0" fmla="*/ 0 w 3639168"/>
              <a:gd name="connsiteY0" fmla="*/ 818240 h 4706989"/>
              <a:gd name="connsiteX1" fmla="*/ 2579116 w 3639168"/>
              <a:gd name="connsiteY1" fmla="*/ 0 h 4706989"/>
              <a:gd name="connsiteX2" fmla="*/ 3639163 w 3639168"/>
              <a:gd name="connsiteY2" fmla="*/ 3749457 h 4706989"/>
              <a:gd name="connsiteX3" fmla="*/ 2310695 w 3639168"/>
              <a:gd name="connsiteY3" fmla="*/ 4706989 h 4706989"/>
              <a:gd name="connsiteX4" fmla="*/ 0 w 3639168"/>
              <a:gd name="connsiteY4" fmla="*/ 818240 h 4706989"/>
              <a:gd name="connsiteX0" fmla="*/ 0 w 3639168"/>
              <a:gd name="connsiteY0" fmla="*/ 790308 h 4679057"/>
              <a:gd name="connsiteX1" fmla="*/ 2605198 w 3639168"/>
              <a:gd name="connsiteY1" fmla="*/ 0 h 4679057"/>
              <a:gd name="connsiteX2" fmla="*/ 3639163 w 3639168"/>
              <a:gd name="connsiteY2" fmla="*/ 3721525 h 4679057"/>
              <a:gd name="connsiteX3" fmla="*/ 2310695 w 3639168"/>
              <a:gd name="connsiteY3" fmla="*/ 4679057 h 4679057"/>
              <a:gd name="connsiteX4" fmla="*/ 0 w 3639168"/>
              <a:gd name="connsiteY4" fmla="*/ 790308 h 4679057"/>
              <a:gd name="connsiteX0" fmla="*/ 0 w 3639168"/>
              <a:gd name="connsiteY0" fmla="*/ 790308 h 4679057"/>
              <a:gd name="connsiteX1" fmla="*/ 2605198 w 3639168"/>
              <a:gd name="connsiteY1" fmla="*/ 0 h 4679057"/>
              <a:gd name="connsiteX2" fmla="*/ 3639163 w 3639168"/>
              <a:gd name="connsiteY2" fmla="*/ 3721525 h 4679057"/>
              <a:gd name="connsiteX3" fmla="*/ 2310695 w 3639168"/>
              <a:gd name="connsiteY3" fmla="*/ 4679057 h 4679057"/>
              <a:gd name="connsiteX4" fmla="*/ 0 w 3639168"/>
              <a:gd name="connsiteY4" fmla="*/ 790308 h 4679057"/>
              <a:gd name="connsiteX0" fmla="*/ 0 w 3639168"/>
              <a:gd name="connsiteY0" fmla="*/ 785906 h 4674655"/>
              <a:gd name="connsiteX1" fmla="*/ 2591107 w 3639168"/>
              <a:gd name="connsiteY1" fmla="*/ 0 h 4674655"/>
              <a:gd name="connsiteX2" fmla="*/ 3639163 w 3639168"/>
              <a:gd name="connsiteY2" fmla="*/ 3717123 h 4674655"/>
              <a:gd name="connsiteX3" fmla="*/ 2310695 w 3639168"/>
              <a:gd name="connsiteY3" fmla="*/ 4674655 h 4674655"/>
              <a:gd name="connsiteX4" fmla="*/ 0 w 3639168"/>
              <a:gd name="connsiteY4" fmla="*/ 785906 h 4674655"/>
              <a:gd name="connsiteX0" fmla="*/ 0 w 3639171"/>
              <a:gd name="connsiteY0" fmla="*/ 785906 h 4674655"/>
              <a:gd name="connsiteX1" fmla="*/ 2591107 w 3639171"/>
              <a:gd name="connsiteY1" fmla="*/ 0 h 4674655"/>
              <a:gd name="connsiteX2" fmla="*/ 3639163 w 3639171"/>
              <a:gd name="connsiteY2" fmla="*/ 3717123 h 4674655"/>
              <a:gd name="connsiteX3" fmla="*/ 2310695 w 3639171"/>
              <a:gd name="connsiteY3" fmla="*/ 4674655 h 4674655"/>
              <a:gd name="connsiteX4" fmla="*/ 0 w 3639171"/>
              <a:gd name="connsiteY4" fmla="*/ 785906 h 4674655"/>
              <a:gd name="connsiteX0" fmla="*/ 0 w 3639170"/>
              <a:gd name="connsiteY0" fmla="*/ 787833 h 4676582"/>
              <a:gd name="connsiteX1" fmla="*/ 2551083 w 3639170"/>
              <a:gd name="connsiteY1" fmla="*/ 0 h 4676582"/>
              <a:gd name="connsiteX2" fmla="*/ 3639163 w 3639170"/>
              <a:gd name="connsiteY2" fmla="*/ 3719050 h 4676582"/>
              <a:gd name="connsiteX3" fmla="*/ 2310695 w 3639170"/>
              <a:gd name="connsiteY3" fmla="*/ 4676582 h 4676582"/>
              <a:gd name="connsiteX4" fmla="*/ 0 w 3639170"/>
              <a:gd name="connsiteY4" fmla="*/ 787833 h 4676582"/>
              <a:gd name="connsiteX0" fmla="*/ 0 w 3639170"/>
              <a:gd name="connsiteY0" fmla="*/ 787833 h 4676582"/>
              <a:gd name="connsiteX1" fmla="*/ 2551083 w 3639170"/>
              <a:gd name="connsiteY1" fmla="*/ 0 h 4676582"/>
              <a:gd name="connsiteX2" fmla="*/ 3639163 w 3639170"/>
              <a:gd name="connsiteY2" fmla="*/ 3719050 h 4676582"/>
              <a:gd name="connsiteX3" fmla="*/ 2310695 w 3639170"/>
              <a:gd name="connsiteY3" fmla="*/ 4676582 h 4676582"/>
              <a:gd name="connsiteX4" fmla="*/ 0 w 3639170"/>
              <a:gd name="connsiteY4" fmla="*/ 787833 h 4676582"/>
              <a:gd name="connsiteX0" fmla="*/ 0 w 3639171"/>
              <a:gd name="connsiteY0" fmla="*/ 783704 h 4672453"/>
              <a:gd name="connsiteX1" fmla="*/ 2584062 w 3639171"/>
              <a:gd name="connsiteY1" fmla="*/ 0 h 4672453"/>
              <a:gd name="connsiteX2" fmla="*/ 3639163 w 3639171"/>
              <a:gd name="connsiteY2" fmla="*/ 3714921 h 4672453"/>
              <a:gd name="connsiteX3" fmla="*/ 2310695 w 3639171"/>
              <a:gd name="connsiteY3" fmla="*/ 4672453 h 4672453"/>
              <a:gd name="connsiteX4" fmla="*/ 0 w 3639171"/>
              <a:gd name="connsiteY4" fmla="*/ 783704 h 4672453"/>
              <a:gd name="connsiteX0" fmla="*/ 0 w 3639171"/>
              <a:gd name="connsiteY0" fmla="*/ 796638 h 4685387"/>
              <a:gd name="connsiteX1" fmla="*/ 2579266 w 3639171"/>
              <a:gd name="connsiteY1" fmla="*/ 0 h 4685387"/>
              <a:gd name="connsiteX2" fmla="*/ 3639163 w 3639171"/>
              <a:gd name="connsiteY2" fmla="*/ 3727855 h 4685387"/>
              <a:gd name="connsiteX3" fmla="*/ 2310695 w 3639171"/>
              <a:gd name="connsiteY3" fmla="*/ 4685387 h 4685387"/>
              <a:gd name="connsiteX4" fmla="*/ 0 w 3639171"/>
              <a:gd name="connsiteY4" fmla="*/ 796638 h 4685387"/>
              <a:gd name="connsiteX0" fmla="*/ 0 w 3639171"/>
              <a:gd name="connsiteY0" fmla="*/ 796638 h 4685387"/>
              <a:gd name="connsiteX1" fmla="*/ 2579266 w 3639171"/>
              <a:gd name="connsiteY1" fmla="*/ 0 h 4685387"/>
              <a:gd name="connsiteX2" fmla="*/ 3639163 w 3639171"/>
              <a:gd name="connsiteY2" fmla="*/ 3727855 h 4685387"/>
              <a:gd name="connsiteX3" fmla="*/ 2310695 w 3639171"/>
              <a:gd name="connsiteY3" fmla="*/ 4685387 h 4685387"/>
              <a:gd name="connsiteX4" fmla="*/ 0 w 3639171"/>
              <a:gd name="connsiteY4" fmla="*/ 796638 h 468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9171" h="4685387">
                <a:moveTo>
                  <a:pt x="0" y="796638"/>
                </a:moveTo>
                <a:cubicBezTo>
                  <a:pt x="1668536" y="295230"/>
                  <a:pt x="1265254" y="376208"/>
                  <a:pt x="2579266" y="0"/>
                </a:cubicBezTo>
                <a:cubicBezTo>
                  <a:pt x="2879644" y="1417913"/>
                  <a:pt x="3642039" y="2258489"/>
                  <a:pt x="3639163" y="3727855"/>
                </a:cubicBezTo>
                <a:lnTo>
                  <a:pt x="2310695" y="4685387"/>
                </a:lnTo>
                <a:lnTo>
                  <a:pt x="0" y="796638"/>
                </a:lnTo>
                <a:close/>
              </a:path>
            </a:pathLst>
          </a:custGeom>
          <a:gradFill>
            <a:gsLst>
              <a:gs pos="39000">
                <a:srgbClr val="0C122B">
                  <a:lumMod val="100000"/>
                  <a:alpha val="70368"/>
                </a:srgbClr>
              </a:gs>
              <a:gs pos="100000">
                <a:srgbClr val="58AED5"/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335727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0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196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515374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9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>
              <a:defRPr b="0" i="0">
                <a:solidFill>
                  <a:schemeClr val="bg1"/>
                </a:solidFill>
                <a:latin typeface="Work Sans" pitchFamily="2" charset="77"/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extplatzhalter 14">
            <a:extLst>
              <a:ext uri="{FF2B5EF4-FFF2-40B4-BE49-F238E27FC236}">
                <a16:creationId xmlns:a16="http://schemas.microsoft.com/office/drawing/2014/main" id="{B87D6786-6699-8DB9-2901-ECEB3ECC89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3731016"/>
            <a:ext cx="5916612" cy="2253859"/>
          </a:xfrm>
          <a:solidFill>
            <a:schemeClr val="tx1"/>
          </a:solidFill>
        </p:spPr>
        <p:txBody>
          <a:bodyPr lIns="486000" tIns="360000" rIns="360000" bIns="360000" anchor="b" anchorCtr="0">
            <a:spAutoFit/>
          </a:bodyPr>
          <a:lstStyle>
            <a:lvl1pPr marL="0" indent="0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 lang="de-DE" sz="16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50000"/>
              </a:lnSpc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Work Sans" pitchFamily="2" charset="77"/>
              </a:defRPr>
            </a:lvl3pPr>
            <a:lvl4pPr marL="0" indent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None/>
              <a:defRPr lang="de-DE" sz="1600" b="0" i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None/>
              <a:defRPr lang="de-DE" sz="1600" b="0" i="0" kern="1200" noProof="0" dirty="0" err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50000"/>
              </a:lnSpc>
              <a:buNone/>
              <a:defRPr lang="de-DE" sz="1600" b="0" i="0" kern="1200" noProof="0" dirty="0" err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>
              <a:lnSpc>
                <a:spcPct val="150000"/>
              </a:lnSpc>
              <a:defRPr lang="de-DE" sz="1600" b="0" i="0" kern="1200" noProof="0" dirty="0" err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>
              <a:lnSpc>
                <a:spcPct val="150000"/>
              </a:lnSpc>
              <a:spcAft>
                <a:spcPts val="0"/>
              </a:spcAft>
              <a:defRPr lang="de-DE" sz="1600" b="0" i="0" kern="1200" noProof="0" dirty="0" err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50000"/>
              </a:lnSpc>
              <a:spcAft>
                <a:spcPts val="0"/>
              </a:spcAft>
              <a:defRPr lang="de-DE" sz="1600" b="0" i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noProof="0" dirty="0"/>
              <a:t>Headline Work sans </a:t>
            </a:r>
            <a:r>
              <a:rPr lang="en-US" noProof="0" dirty="0" err="1"/>
              <a:t>Semibold</a:t>
            </a:r>
            <a:r>
              <a:rPr lang="en-US" noProof="0" dirty="0"/>
              <a:t>, 32 pt</a:t>
            </a:r>
          </a:p>
          <a:p>
            <a:pPr lvl="1"/>
            <a:r>
              <a:rPr lang="en-US" noProof="0" dirty="0"/>
              <a:t>Subheading Work sans, 16pt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78DD6C-46BD-EF9F-489B-CBFA6D984C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9643547" y="4309549"/>
            <a:ext cx="4824412" cy="272492"/>
          </a:xfrm>
        </p:spPr>
        <p:txBody>
          <a:bodyPr lIns="72000" tIns="72000" rIns="72000" bIns="72000">
            <a:sp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© Image source</a:t>
            </a:r>
          </a:p>
        </p:txBody>
      </p:sp>
    </p:spTree>
    <p:extLst>
      <p:ext uri="{BB962C8B-B14F-4D97-AF65-F5344CB8AC3E}">
        <p14:creationId xmlns:p14="http://schemas.microsoft.com/office/powerpoint/2010/main" val="3824814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F707338A-2D40-6171-3DA7-35EC26F39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0080000" cy="38119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Headline Work sans </a:t>
            </a:r>
            <a:r>
              <a:rPr lang="en-US" noProof="0" dirty="0" err="1"/>
              <a:t>Semibold</a:t>
            </a:r>
            <a:r>
              <a:rPr lang="en-US" noProof="0" dirty="0"/>
              <a:t>, 24pt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9F8D04-7881-5752-5D06-F73C704C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90C1-6499-429E-9EB5-D564D1B31301}" type="datetime1">
              <a:rPr lang="de-DE" noProof="0" smtClean="0"/>
              <a:t>01.12.2025</a:t>
            </a:fld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284925-861E-200E-E06E-D83E6447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401BA3E4-5E55-4F99-AF09-CC6D6B2539E2}" type="slidenum">
              <a:rPr lang="en-US" noProof="0" smtClean="0"/>
              <a:pPr algn="r"/>
              <a:t>‹Nr.›</a:t>
            </a:fld>
            <a:endParaRPr lang="en-US" noProof="0" dirty="0"/>
          </a:p>
        </p:txBody>
      </p:sp>
      <p:sp>
        <p:nvSpPr>
          <p:cNvPr id="18" name="Text01">
            <a:extLst>
              <a:ext uri="{FF2B5EF4-FFF2-40B4-BE49-F238E27FC236}">
                <a16:creationId xmlns:a16="http://schemas.microsoft.com/office/drawing/2014/main" id="{F67E47C1-F74D-3528-5D7F-2E33FF5D72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2060575"/>
            <a:ext cx="11235600" cy="3924300"/>
          </a:xfrm>
        </p:spPr>
        <p:txBody>
          <a:bodyPr/>
          <a:lstStyle>
            <a:lvl1pPr>
              <a:defRPr/>
            </a:lvl1pPr>
            <a:lvl6pPr>
              <a:spcAft>
                <a:spcPts val="600"/>
              </a:spcAft>
              <a:defRPr/>
            </a:lvl6pPr>
            <a:lvl7pPr>
              <a:spcAft>
                <a:spcPts val="600"/>
              </a:spcAft>
              <a:defRPr/>
            </a:lvl7pPr>
            <a:lvl8pPr>
              <a:spcAft>
                <a:spcPts val="600"/>
              </a:spcAft>
              <a:defRPr/>
            </a:lvl8pPr>
            <a:lvl9pPr>
              <a:spcAft>
                <a:spcPts val="600"/>
              </a:spcAft>
              <a:defRPr/>
            </a:lvl9pPr>
          </a:lstStyle>
          <a:p>
            <a:pPr lvl="0"/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  <p:sp>
        <p:nvSpPr>
          <p:cNvPr id="19" name="Subheadline">
            <a:extLst>
              <a:ext uri="{FF2B5EF4-FFF2-40B4-BE49-F238E27FC236}">
                <a16:creationId xmlns:a16="http://schemas.microsoft.com/office/drawing/2014/main" id="{905C3019-F97F-5CDC-B7E9-2AE69F464B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1124619"/>
            <a:ext cx="10080000" cy="656205"/>
          </a:xfrm>
        </p:spPr>
        <p:txBody>
          <a:bodyPr lIns="0" tIns="0" rIns="0" bIns="0" anchor="b" anchorCtr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de-DE" sz="2000" i="0" smtClean="0">
                <a:latin typeface="+mn-lt"/>
              </a:defRPr>
            </a:lvl1pPr>
            <a:lvl2pPr>
              <a:defRPr lang="de-DE" sz="1600" smtClean="0">
                <a:latin typeface="+mn-lt"/>
              </a:defRPr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r>
              <a:rPr lang="en-US" dirty="0"/>
              <a:t>Subheading Work sans, 20pt, one or two lines. If the main headline has only one line, insert a line break at the subheading’s end to reduce the distance.</a:t>
            </a:r>
          </a:p>
        </p:txBody>
      </p:sp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3B3CC9DE-29BA-4D6C-8A4F-9970B5EC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199" y="6455836"/>
            <a:ext cx="3600000" cy="1231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Raphael Fischer - Advancing AI Sustainability via                         Labeling and Meta-Learning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114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F707338A-2D40-6171-3DA7-35EC26F39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0080000" cy="381195"/>
          </a:xfrm>
        </p:spPr>
        <p:txBody>
          <a:bodyPr/>
          <a:lstStyle/>
          <a:p>
            <a:r>
              <a:rPr lang="en-US" noProof="0" dirty="0"/>
              <a:t>Headline Work sans </a:t>
            </a:r>
            <a:r>
              <a:rPr lang="en-US" noProof="0" dirty="0" err="1"/>
              <a:t>Semibold</a:t>
            </a:r>
            <a:r>
              <a:rPr lang="en-US" noProof="0" dirty="0"/>
              <a:t>, 24pt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9F8D04-7881-5752-5D06-F73C704C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08F7-2A22-478F-A973-0B8BC8529F6B}" type="datetime1">
              <a:rPr lang="de-DE" noProof="0" smtClean="0"/>
              <a:t>01.12.2025</a:t>
            </a:fld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284925-861E-200E-E06E-D83E6447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401BA3E4-5E55-4F99-AF09-CC6D6B2539E2}" type="slidenum">
              <a:rPr lang="en-US" noProof="0" smtClean="0"/>
              <a:pPr algn="r"/>
              <a:t>‹Nr.›</a:t>
            </a:fld>
            <a:endParaRPr lang="en-US" noProof="0" dirty="0"/>
          </a:p>
        </p:txBody>
      </p:sp>
      <p:sp>
        <p:nvSpPr>
          <p:cNvPr id="13" name="Text01">
            <a:extLst>
              <a:ext uri="{FF2B5EF4-FFF2-40B4-BE49-F238E27FC236}">
                <a16:creationId xmlns:a16="http://schemas.microsoft.com/office/drawing/2014/main" id="{63EC7C52-D495-0D20-1165-EB05CD9F87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2060575"/>
            <a:ext cx="5437188" cy="3924300"/>
          </a:xfrm>
        </p:spPr>
        <p:txBody>
          <a:bodyPr/>
          <a:lstStyle/>
          <a:p>
            <a:pPr lvl="0"/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  <p:sp>
        <p:nvSpPr>
          <p:cNvPr id="14" name="Text02">
            <a:extLst>
              <a:ext uri="{FF2B5EF4-FFF2-40B4-BE49-F238E27FC236}">
                <a16:creationId xmlns:a16="http://schemas.microsoft.com/office/drawing/2014/main" id="{3E2EEF9F-214D-B27B-2324-A996813C5C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7836" y="2060575"/>
            <a:ext cx="5437188" cy="3924300"/>
          </a:xfrm>
        </p:spPr>
        <p:txBody>
          <a:bodyPr/>
          <a:lstStyle/>
          <a:p>
            <a:pPr lvl="0"/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  <p:sp>
        <p:nvSpPr>
          <p:cNvPr id="16" name="Subheadline">
            <a:extLst>
              <a:ext uri="{FF2B5EF4-FFF2-40B4-BE49-F238E27FC236}">
                <a16:creationId xmlns:a16="http://schemas.microsoft.com/office/drawing/2014/main" id="{CB34027F-F4FA-A745-2583-B7969017F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1124619"/>
            <a:ext cx="10080000" cy="656205"/>
          </a:xfrm>
        </p:spPr>
        <p:txBody>
          <a:bodyPr lIns="0" tIns="0" rIns="0" bIns="0" anchor="b" anchorCtr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de-DE" sz="2000" i="0" smtClean="0">
                <a:latin typeface="+mn-lt"/>
              </a:defRPr>
            </a:lvl1pPr>
            <a:lvl2pPr>
              <a:defRPr lang="de-DE" sz="1600" smtClean="0">
                <a:latin typeface="+mn-lt"/>
              </a:defRPr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r>
              <a:rPr lang="en-US" dirty="0"/>
              <a:t>Subheading Work sans, 20pt, one or two lines. If the main headline has only one line, insert a line break at the subheading’s end to reduce the distance.</a:t>
            </a:r>
          </a:p>
        </p:txBody>
      </p:sp>
      <p:sp>
        <p:nvSpPr>
          <p:cNvPr id="9" name="Fußzeilenplatzhalter 3">
            <a:extLst>
              <a:ext uri="{FF2B5EF4-FFF2-40B4-BE49-F238E27FC236}">
                <a16:creationId xmlns:a16="http://schemas.microsoft.com/office/drawing/2014/main" id="{81889886-D7CC-4F7E-A29B-260D3AB8E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199" y="6455836"/>
            <a:ext cx="3600000" cy="1231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Raphael Fischer - Advancing AI Sustainability via                         Labeling and Meta-Learning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8200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5393DDB-9067-3D28-A3F3-B1C5568854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0080000" cy="381195"/>
          </a:xfrm>
        </p:spPr>
        <p:txBody>
          <a:bodyPr/>
          <a:lstStyle/>
          <a:p>
            <a:r>
              <a:rPr lang="en-US" noProof="0" dirty="0"/>
              <a:t>Headline Work sans </a:t>
            </a:r>
            <a:r>
              <a:rPr lang="en-US" noProof="0" dirty="0" err="1"/>
              <a:t>Semibold</a:t>
            </a:r>
            <a:r>
              <a:rPr lang="en-US" noProof="0" dirty="0"/>
              <a:t>, 24pt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AA73205-4F30-D41A-AB54-952172D1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4530-5DB9-4F1F-B14D-11154D6D9B19}" type="datetime1">
              <a:rPr lang="de-DE" noProof="0" smtClean="0"/>
              <a:t>01.12.2025</a:t>
            </a:fld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EEB4C7-9E59-8F6E-87B1-47C472C8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401BA3E4-5E55-4F99-AF09-CC6D6B2539E2}" type="slidenum">
              <a:rPr lang="en-US" noProof="0" smtClean="0"/>
              <a:pPr algn="r"/>
              <a:t>‹Nr.›</a:t>
            </a:fld>
            <a:endParaRPr lang="en-US" noProof="0" dirty="0"/>
          </a:p>
        </p:txBody>
      </p:sp>
      <p:sp>
        <p:nvSpPr>
          <p:cNvPr id="15" name="Subheadline">
            <a:extLst>
              <a:ext uri="{FF2B5EF4-FFF2-40B4-BE49-F238E27FC236}">
                <a16:creationId xmlns:a16="http://schemas.microsoft.com/office/drawing/2014/main" id="{AF95AB73-343B-FE28-12B2-0B6C9FC152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1124619"/>
            <a:ext cx="10080000" cy="656205"/>
          </a:xfrm>
        </p:spPr>
        <p:txBody>
          <a:bodyPr lIns="0" tIns="0" rIns="0" bIns="0" anchor="b" anchorCtr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de-DE" sz="2000" i="0" smtClean="0">
                <a:latin typeface="+mn-lt"/>
              </a:defRPr>
            </a:lvl1pPr>
            <a:lvl2pPr>
              <a:defRPr lang="de-DE" sz="1600" smtClean="0">
                <a:latin typeface="+mn-lt"/>
              </a:defRPr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r>
              <a:rPr lang="en-US" dirty="0"/>
              <a:t>Subheading Work sans, 20pt, one or two lines. If the main headline has only one line, insert a line break at the subheading’s end to reduce the distance.</a:t>
            </a:r>
          </a:p>
        </p:txBody>
      </p:sp>
      <p:sp>
        <p:nvSpPr>
          <p:cNvPr id="16" name="Text01">
            <a:extLst>
              <a:ext uri="{FF2B5EF4-FFF2-40B4-BE49-F238E27FC236}">
                <a16:creationId xmlns:a16="http://schemas.microsoft.com/office/drawing/2014/main" id="{B8B58184-DDA2-4347-E26D-1A8A35543C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2060575"/>
            <a:ext cx="3492500" cy="3924300"/>
          </a:xfrm>
        </p:spPr>
        <p:txBody>
          <a:bodyPr/>
          <a:lstStyle/>
          <a:p>
            <a:pPr lvl="0"/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  <p:sp>
        <p:nvSpPr>
          <p:cNvPr id="17" name="Text02">
            <a:extLst>
              <a:ext uri="{FF2B5EF4-FFF2-40B4-BE49-F238E27FC236}">
                <a16:creationId xmlns:a16="http://schemas.microsoft.com/office/drawing/2014/main" id="{DD2D307A-1F69-E1DC-C8F1-C928F66EFC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9750" y="2060575"/>
            <a:ext cx="3492500" cy="3924300"/>
          </a:xfrm>
        </p:spPr>
        <p:txBody>
          <a:bodyPr/>
          <a:lstStyle/>
          <a:p>
            <a:pPr lvl="0"/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  <p:sp>
        <p:nvSpPr>
          <p:cNvPr id="18" name="Text03">
            <a:extLst>
              <a:ext uri="{FF2B5EF4-FFF2-40B4-BE49-F238E27FC236}">
                <a16:creationId xmlns:a16="http://schemas.microsoft.com/office/drawing/2014/main" id="{425529F8-465B-DAD6-7AB8-9AA9CE2298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2524" y="2060575"/>
            <a:ext cx="3492500" cy="3924300"/>
          </a:xfrm>
        </p:spPr>
        <p:txBody>
          <a:bodyPr/>
          <a:lstStyle/>
          <a:p>
            <a:pPr lvl="0"/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724E5F77-5D7F-4A1A-BFC4-A005C4BF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199" y="6455836"/>
            <a:ext cx="3600000" cy="1231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Raphael Fischer - Advancing AI Sustainability via                         Labeling and Meta-Learning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50822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2502" userDrawn="1">
          <p15:clr>
            <a:srgbClr val="FBAE40"/>
          </p15:clr>
        </p15:guide>
        <p15:guide id="2" pos="2729" userDrawn="1">
          <p15:clr>
            <a:srgbClr val="FBAE40"/>
          </p15:clr>
        </p15:guide>
        <p15:guide id="3" pos="5178" userDrawn="1">
          <p15:clr>
            <a:srgbClr val="FBAE40"/>
          </p15:clr>
        </p15:guide>
        <p15:guide id="4" pos="495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headline">
            <a:extLst>
              <a:ext uri="{FF2B5EF4-FFF2-40B4-BE49-F238E27FC236}">
                <a16:creationId xmlns:a16="http://schemas.microsoft.com/office/drawing/2014/main" id="{D8079DFA-FB03-12DB-9B0E-D2F6DD32B7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1124619"/>
            <a:ext cx="10080000" cy="656205"/>
          </a:xfrm>
        </p:spPr>
        <p:txBody>
          <a:bodyPr lIns="0" tIns="0" rIns="0" bIns="0" anchor="b" anchorCtr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de-DE" sz="2000" i="0" smtClean="0">
                <a:latin typeface="+mn-lt"/>
              </a:defRPr>
            </a:lvl1pPr>
            <a:lvl2pPr>
              <a:defRPr lang="de-DE" sz="1600" smtClean="0">
                <a:latin typeface="+mn-lt"/>
              </a:defRPr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r>
              <a:rPr lang="en-US" dirty="0"/>
              <a:t>Subheading Work sans, 20pt, one or two lines. If the main headline has only one line, insert a line break at the subheading’s end to reduce the distance.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F707338A-2D40-6171-3DA7-35EC26F39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0080000" cy="381195"/>
          </a:xfrm>
        </p:spPr>
        <p:txBody>
          <a:bodyPr/>
          <a:lstStyle/>
          <a:p>
            <a:r>
              <a:rPr lang="en-US" noProof="0" dirty="0"/>
              <a:t>Headline Work sans </a:t>
            </a:r>
            <a:r>
              <a:rPr lang="en-US" noProof="0" dirty="0" err="1"/>
              <a:t>Semibold</a:t>
            </a:r>
            <a:r>
              <a:rPr lang="en-US" noProof="0" dirty="0"/>
              <a:t>, 24pt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9F8D04-7881-5752-5D06-F73C704C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9DE1-6DB8-4062-BFB8-B2DE4A0CA913}" type="datetime1">
              <a:rPr lang="de-DE" noProof="0" smtClean="0"/>
              <a:t>01.12.2025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5FE082-5449-7D63-4076-EF818E159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199" y="6455836"/>
            <a:ext cx="3600000" cy="1231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Raphael Fischer - Advancing AI Sustainability via                         Labeling and Meta-Learning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284925-861E-200E-E06E-D83E6447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401BA3E4-5E55-4F99-AF09-CC6D6B2539E2}" type="slidenum">
              <a:rPr lang="en-US" noProof="0" smtClean="0"/>
              <a:pPr algn="r"/>
              <a:t>‹Nr.›</a:t>
            </a:fld>
            <a:endParaRPr lang="en-US" noProof="0" dirty="0"/>
          </a:p>
        </p:txBody>
      </p:sp>
      <p:sp>
        <p:nvSpPr>
          <p:cNvPr id="13" name="Text01">
            <a:extLst>
              <a:ext uri="{FF2B5EF4-FFF2-40B4-BE49-F238E27FC236}">
                <a16:creationId xmlns:a16="http://schemas.microsoft.com/office/drawing/2014/main" id="{35BF3EF5-DD68-5F52-2417-34FF553391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2060575"/>
            <a:ext cx="2538000" cy="39243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  <p:sp>
        <p:nvSpPr>
          <p:cNvPr id="14" name="Text02">
            <a:extLst>
              <a:ext uri="{FF2B5EF4-FFF2-40B4-BE49-F238E27FC236}">
                <a16:creationId xmlns:a16="http://schemas.microsoft.com/office/drawing/2014/main" id="{62C5C028-E056-AEF1-18CE-9AC7EB5C4B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08" y="2060575"/>
            <a:ext cx="2538000" cy="39243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  <p:sp>
        <p:nvSpPr>
          <p:cNvPr id="16" name="Text03">
            <a:extLst>
              <a:ext uri="{FF2B5EF4-FFF2-40B4-BE49-F238E27FC236}">
                <a16:creationId xmlns:a16="http://schemas.microsoft.com/office/drawing/2014/main" id="{2B548DE3-8427-6E36-5930-8D05F7966E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6191" y="2060575"/>
            <a:ext cx="2538000" cy="39243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  <p:sp>
        <p:nvSpPr>
          <p:cNvPr id="17" name="Text04">
            <a:extLst>
              <a:ext uri="{FF2B5EF4-FFF2-40B4-BE49-F238E27FC236}">
                <a16:creationId xmlns:a16="http://schemas.microsoft.com/office/drawing/2014/main" id="{9BE7B451-C3FA-6C43-9490-C503359B80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74575" y="2060575"/>
            <a:ext cx="2538000" cy="39243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</p:spTree>
    <p:extLst>
      <p:ext uri="{BB962C8B-B14F-4D97-AF65-F5344CB8AC3E}">
        <p14:creationId xmlns:p14="http://schemas.microsoft.com/office/powerpoint/2010/main" val="29928741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  <p15:guide id="3" pos="1900" userDrawn="1">
          <p15:clr>
            <a:srgbClr val="FBAE40"/>
          </p15:clr>
        </p15:guide>
        <p15:guide id="4" pos="2127" userDrawn="1">
          <p15:clr>
            <a:srgbClr val="FBAE40"/>
          </p15:clr>
        </p15:guide>
        <p15:guide id="5" pos="5780" userDrawn="1">
          <p15:clr>
            <a:srgbClr val="FBAE40"/>
          </p15:clr>
        </p15:guide>
        <p15:guide id="6" pos="555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ihandform 20">
            <a:extLst>
              <a:ext uri="{FF2B5EF4-FFF2-40B4-BE49-F238E27FC236}">
                <a16:creationId xmlns:a16="http://schemas.microsoft.com/office/drawing/2014/main" id="{C5FE2E1F-BA4B-910C-42AB-316297CD9C27}"/>
              </a:ext>
            </a:extLst>
          </p:cNvPr>
          <p:cNvSpPr/>
          <p:nvPr userDrawn="1"/>
        </p:nvSpPr>
        <p:spPr>
          <a:xfrm rot="15744484">
            <a:off x="992685" y="-1588652"/>
            <a:ext cx="3521947" cy="6002043"/>
          </a:xfrm>
          <a:custGeom>
            <a:avLst/>
            <a:gdLst>
              <a:gd name="connsiteX0" fmla="*/ 0 w 4528868"/>
              <a:gd name="connsiteY0" fmla="*/ 0 h 5374256"/>
              <a:gd name="connsiteX1" fmla="*/ 4528868 w 4528868"/>
              <a:gd name="connsiteY1" fmla="*/ 8626 h 5374256"/>
              <a:gd name="connsiteX2" fmla="*/ 4520241 w 4528868"/>
              <a:gd name="connsiteY2" fmla="*/ 4416724 h 5374256"/>
              <a:gd name="connsiteX3" fmla="*/ 3191773 w 4528868"/>
              <a:gd name="connsiteY3" fmla="*/ 5374256 h 5374256"/>
              <a:gd name="connsiteX4" fmla="*/ 0 w 4528868"/>
              <a:gd name="connsiteY4" fmla="*/ 0 h 5374256"/>
              <a:gd name="connsiteX0" fmla="*/ 0 w 4528868"/>
              <a:gd name="connsiteY0" fmla="*/ 0 h 4944912"/>
              <a:gd name="connsiteX1" fmla="*/ 4528868 w 4528868"/>
              <a:gd name="connsiteY1" fmla="*/ 8626 h 4944912"/>
              <a:gd name="connsiteX2" fmla="*/ 4520241 w 4528868"/>
              <a:gd name="connsiteY2" fmla="*/ 4416724 h 4944912"/>
              <a:gd name="connsiteX3" fmla="*/ 2453788 w 4528868"/>
              <a:gd name="connsiteY3" fmla="*/ 4944912 h 4944912"/>
              <a:gd name="connsiteX4" fmla="*/ 0 w 4528868"/>
              <a:gd name="connsiteY4" fmla="*/ 0 h 4944912"/>
              <a:gd name="connsiteX0" fmla="*/ 0 w 4528868"/>
              <a:gd name="connsiteY0" fmla="*/ 0 h 4949837"/>
              <a:gd name="connsiteX1" fmla="*/ 4528868 w 4528868"/>
              <a:gd name="connsiteY1" fmla="*/ 8626 h 4949837"/>
              <a:gd name="connsiteX2" fmla="*/ 2411228 w 4528868"/>
              <a:gd name="connsiteY2" fmla="*/ 4949837 h 4949837"/>
              <a:gd name="connsiteX3" fmla="*/ 2453788 w 4528868"/>
              <a:gd name="connsiteY3" fmla="*/ 4944912 h 4949837"/>
              <a:gd name="connsiteX4" fmla="*/ 0 w 4528868"/>
              <a:gd name="connsiteY4" fmla="*/ 0 h 4949837"/>
              <a:gd name="connsiteX0" fmla="*/ 0 w 3196124"/>
              <a:gd name="connsiteY0" fmla="*/ 0 h 4949837"/>
              <a:gd name="connsiteX1" fmla="*/ 3196124 w 3196124"/>
              <a:gd name="connsiteY1" fmla="*/ 495434 h 4949837"/>
              <a:gd name="connsiteX2" fmla="*/ 2411228 w 3196124"/>
              <a:gd name="connsiteY2" fmla="*/ 4949837 h 4949837"/>
              <a:gd name="connsiteX3" fmla="*/ 2453788 w 3196124"/>
              <a:gd name="connsiteY3" fmla="*/ 4944912 h 4949837"/>
              <a:gd name="connsiteX4" fmla="*/ 0 w 3196124"/>
              <a:gd name="connsiteY4" fmla="*/ 0 h 4949837"/>
              <a:gd name="connsiteX0" fmla="*/ 0 w 2556957"/>
              <a:gd name="connsiteY0" fmla="*/ 0 h 4949837"/>
              <a:gd name="connsiteX1" fmla="*/ 2556957 w 2556957"/>
              <a:gd name="connsiteY1" fmla="*/ 445491 h 4949837"/>
              <a:gd name="connsiteX2" fmla="*/ 2411228 w 2556957"/>
              <a:gd name="connsiteY2" fmla="*/ 4949837 h 4949837"/>
              <a:gd name="connsiteX3" fmla="*/ 2453788 w 2556957"/>
              <a:gd name="connsiteY3" fmla="*/ 4944912 h 4949837"/>
              <a:gd name="connsiteX4" fmla="*/ 0 w 2556957"/>
              <a:gd name="connsiteY4" fmla="*/ 0 h 4949837"/>
              <a:gd name="connsiteX0" fmla="*/ 0 w 3079177"/>
              <a:gd name="connsiteY0" fmla="*/ 0 h 4949837"/>
              <a:gd name="connsiteX1" fmla="*/ 3079177 w 3079177"/>
              <a:gd name="connsiteY1" fmla="*/ 452872 h 4949837"/>
              <a:gd name="connsiteX2" fmla="*/ 2411228 w 3079177"/>
              <a:gd name="connsiteY2" fmla="*/ 4949837 h 4949837"/>
              <a:gd name="connsiteX3" fmla="*/ 2453788 w 3079177"/>
              <a:gd name="connsiteY3" fmla="*/ 4944912 h 4949837"/>
              <a:gd name="connsiteX4" fmla="*/ 0 w 3079177"/>
              <a:gd name="connsiteY4" fmla="*/ 0 h 4949837"/>
              <a:gd name="connsiteX0" fmla="*/ 0 w 3079177"/>
              <a:gd name="connsiteY0" fmla="*/ 0 h 4983024"/>
              <a:gd name="connsiteX1" fmla="*/ 3079177 w 3079177"/>
              <a:gd name="connsiteY1" fmla="*/ 452872 h 4983024"/>
              <a:gd name="connsiteX2" fmla="*/ 2411228 w 3079177"/>
              <a:gd name="connsiteY2" fmla="*/ 4949837 h 4983024"/>
              <a:gd name="connsiteX3" fmla="*/ 2219699 w 3079177"/>
              <a:gd name="connsiteY3" fmla="*/ 4983024 h 4983024"/>
              <a:gd name="connsiteX4" fmla="*/ 0 w 3079177"/>
              <a:gd name="connsiteY4" fmla="*/ 0 h 4983024"/>
              <a:gd name="connsiteX0" fmla="*/ 0 w 3079177"/>
              <a:gd name="connsiteY0" fmla="*/ 0 h 5425792"/>
              <a:gd name="connsiteX1" fmla="*/ 3079177 w 3079177"/>
              <a:gd name="connsiteY1" fmla="*/ 452872 h 5425792"/>
              <a:gd name="connsiteX2" fmla="*/ 2716116 w 3079177"/>
              <a:gd name="connsiteY2" fmla="*/ 5425792 h 5425792"/>
              <a:gd name="connsiteX3" fmla="*/ 2219699 w 3079177"/>
              <a:gd name="connsiteY3" fmla="*/ 4983024 h 5425792"/>
              <a:gd name="connsiteX4" fmla="*/ 0 w 3079177"/>
              <a:gd name="connsiteY4" fmla="*/ 0 h 5425792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079177"/>
              <a:gd name="connsiteY0" fmla="*/ 0 h 5042904"/>
              <a:gd name="connsiteX1" fmla="*/ 3079177 w 3079177"/>
              <a:gd name="connsiteY1" fmla="*/ 452872 h 5042904"/>
              <a:gd name="connsiteX2" fmla="*/ 2470436 w 3079177"/>
              <a:gd name="connsiteY2" fmla="*/ 5042904 h 5042904"/>
              <a:gd name="connsiteX3" fmla="*/ 2219699 w 3079177"/>
              <a:gd name="connsiteY3" fmla="*/ 4983024 h 5042904"/>
              <a:gd name="connsiteX4" fmla="*/ 0 w 3079177"/>
              <a:gd name="connsiteY4" fmla="*/ 0 h 5042904"/>
              <a:gd name="connsiteX0" fmla="*/ 0 w 3117286"/>
              <a:gd name="connsiteY0" fmla="*/ 0 h 5042904"/>
              <a:gd name="connsiteX1" fmla="*/ 3117286 w 3117286"/>
              <a:gd name="connsiteY1" fmla="*/ 476607 h 5042904"/>
              <a:gd name="connsiteX2" fmla="*/ 2470436 w 3117286"/>
              <a:gd name="connsiteY2" fmla="*/ 5042904 h 5042904"/>
              <a:gd name="connsiteX3" fmla="*/ 2219699 w 3117286"/>
              <a:gd name="connsiteY3" fmla="*/ 4983024 h 5042904"/>
              <a:gd name="connsiteX4" fmla="*/ 0 w 3117286"/>
              <a:gd name="connsiteY4" fmla="*/ 0 h 5042904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272774 w 3170361"/>
              <a:gd name="connsiteY3" fmla="*/ 4903693 h 4963573"/>
              <a:gd name="connsiteX4" fmla="*/ 0 w 3170361"/>
              <a:gd name="connsiteY4" fmla="*/ 0 h 4963573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272774 w 3170361"/>
              <a:gd name="connsiteY3" fmla="*/ 4903693 h 4963573"/>
              <a:gd name="connsiteX4" fmla="*/ 0 w 3170361"/>
              <a:gd name="connsiteY4" fmla="*/ 0 h 4963573"/>
              <a:gd name="connsiteX0" fmla="*/ 0 w 3170361"/>
              <a:gd name="connsiteY0" fmla="*/ 0 h 4963573"/>
              <a:gd name="connsiteX1" fmla="*/ 3170361 w 3170361"/>
              <a:gd name="connsiteY1" fmla="*/ 397276 h 4963573"/>
              <a:gd name="connsiteX2" fmla="*/ 2523511 w 3170361"/>
              <a:gd name="connsiteY2" fmla="*/ 4963573 h 4963573"/>
              <a:gd name="connsiteX3" fmla="*/ 2525242 w 3170361"/>
              <a:gd name="connsiteY3" fmla="*/ 4953653 h 4963573"/>
              <a:gd name="connsiteX4" fmla="*/ 0 w 3170361"/>
              <a:gd name="connsiteY4" fmla="*/ 0 h 4963573"/>
              <a:gd name="connsiteX0" fmla="*/ 0 w 3173082"/>
              <a:gd name="connsiteY0" fmla="*/ 0 h 4963573"/>
              <a:gd name="connsiteX1" fmla="*/ 3173082 w 3173082"/>
              <a:gd name="connsiteY1" fmla="*/ 378537 h 4963573"/>
              <a:gd name="connsiteX2" fmla="*/ 2523511 w 3173082"/>
              <a:gd name="connsiteY2" fmla="*/ 4963573 h 4963573"/>
              <a:gd name="connsiteX3" fmla="*/ 2525242 w 3173082"/>
              <a:gd name="connsiteY3" fmla="*/ 4953653 h 4963573"/>
              <a:gd name="connsiteX4" fmla="*/ 0 w 3173082"/>
              <a:gd name="connsiteY4" fmla="*/ 0 h 496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3082" h="4963573">
                <a:moveTo>
                  <a:pt x="0" y="0"/>
                </a:moveTo>
                <a:lnTo>
                  <a:pt x="3173082" y="378537"/>
                </a:lnTo>
                <a:cubicBezTo>
                  <a:pt x="2987832" y="1816056"/>
                  <a:pt x="2718969" y="3527305"/>
                  <a:pt x="2523511" y="4963573"/>
                </a:cubicBezTo>
                <a:lnTo>
                  <a:pt x="2525242" y="495365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9000">
                <a:srgbClr val="0C122B"/>
              </a:gs>
              <a:gs pos="100000">
                <a:srgbClr val="DC387C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495B2FBE-DA85-5A91-A46B-089E402B4D2A}"/>
              </a:ext>
            </a:extLst>
          </p:cNvPr>
          <p:cNvSpPr/>
          <p:nvPr userDrawn="1"/>
        </p:nvSpPr>
        <p:spPr>
          <a:xfrm rot="6527892">
            <a:off x="6058682" y="577486"/>
            <a:ext cx="5588974" cy="7839322"/>
          </a:xfrm>
          <a:custGeom>
            <a:avLst/>
            <a:gdLst>
              <a:gd name="connsiteX0" fmla="*/ 0 w 4528868"/>
              <a:gd name="connsiteY0" fmla="*/ 0 h 5374256"/>
              <a:gd name="connsiteX1" fmla="*/ 4528868 w 4528868"/>
              <a:gd name="connsiteY1" fmla="*/ 8626 h 5374256"/>
              <a:gd name="connsiteX2" fmla="*/ 4520241 w 4528868"/>
              <a:gd name="connsiteY2" fmla="*/ 4416724 h 5374256"/>
              <a:gd name="connsiteX3" fmla="*/ 3191773 w 4528868"/>
              <a:gd name="connsiteY3" fmla="*/ 5374256 h 5374256"/>
              <a:gd name="connsiteX4" fmla="*/ 0 w 4528868"/>
              <a:gd name="connsiteY4" fmla="*/ 0 h 5374256"/>
              <a:gd name="connsiteX0" fmla="*/ 0 w 3647790"/>
              <a:gd name="connsiteY0" fmla="*/ 1476886 h 5365635"/>
              <a:gd name="connsiteX1" fmla="*/ 3647790 w 3647790"/>
              <a:gd name="connsiteY1" fmla="*/ 5 h 5365635"/>
              <a:gd name="connsiteX2" fmla="*/ 3639163 w 3647790"/>
              <a:gd name="connsiteY2" fmla="*/ 4408103 h 5365635"/>
              <a:gd name="connsiteX3" fmla="*/ 2310695 w 3647790"/>
              <a:gd name="connsiteY3" fmla="*/ 5365635 h 5365635"/>
              <a:gd name="connsiteX4" fmla="*/ 0 w 3647790"/>
              <a:gd name="connsiteY4" fmla="*/ 1476886 h 5365635"/>
              <a:gd name="connsiteX0" fmla="*/ 0 w 3639168"/>
              <a:gd name="connsiteY0" fmla="*/ 818248 h 4706997"/>
              <a:gd name="connsiteX1" fmla="*/ 2579116 w 3639168"/>
              <a:gd name="connsiteY1" fmla="*/ 8 h 4706997"/>
              <a:gd name="connsiteX2" fmla="*/ 3639163 w 3639168"/>
              <a:gd name="connsiteY2" fmla="*/ 3749465 h 4706997"/>
              <a:gd name="connsiteX3" fmla="*/ 2310695 w 3639168"/>
              <a:gd name="connsiteY3" fmla="*/ 4706997 h 4706997"/>
              <a:gd name="connsiteX4" fmla="*/ 0 w 3639168"/>
              <a:gd name="connsiteY4" fmla="*/ 818248 h 4706997"/>
              <a:gd name="connsiteX0" fmla="*/ 0 w 3639168"/>
              <a:gd name="connsiteY0" fmla="*/ 818240 h 4706989"/>
              <a:gd name="connsiteX1" fmla="*/ 2579116 w 3639168"/>
              <a:gd name="connsiteY1" fmla="*/ 0 h 4706989"/>
              <a:gd name="connsiteX2" fmla="*/ 3639163 w 3639168"/>
              <a:gd name="connsiteY2" fmla="*/ 3749457 h 4706989"/>
              <a:gd name="connsiteX3" fmla="*/ 2310695 w 3639168"/>
              <a:gd name="connsiteY3" fmla="*/ 4706989 h 4706989"/>
              <a:gd name="connsiteX4" fmla="*/ 0 w 3639168"/>
              <a:gd name="connsiteY4" fmla="*/ 818240 h 4706989"/>
              <a:gd name="connsiteX0" fmla="*/ 0 w 3639168"/>
              <a:gd name="connsiteY0" fmla="*/ 818240 h 4706989"/>
              <a:gd name="connsiteX1" fmla="*/ 2579116 w 3639168"/>
              <a:gd name="connsiteY1" fmla="*/ 0 h 4706989"/>
              <a:gd name="connsiteX2" fmla="*/ 3639163 w 3639168"/>
              <a:gd name="connsiteY2" fmla="*/ 3749457 h 4706989"/>
              <a:gd name="connsiteX3" fmla="*/ 2310695 w 3639168"/>
              <a:gd name="connsiteY3" fmla="*/ 4706989 h 4706989"/>
              <a:gd name="connsiteX4" fmla="*/ 0 w 3639168"/>
              <a:gd name="connsiteY4" fmla="*/ 818240 h 4706989"/>
              <a:gd name="connsiteX0" fmla="*/ 0 w 3639168"/>
              <a:gd name="connsiteY0" fmla="*/ 790308 h 4679057"/>
              <a:gd name="connsiteX1" fmla="*/ 2605198 w 3639168"/>
              <a:gd name="connsiteY1" fmla="*/ 0 h 4679057"/>
              <a:gd name="connsiteX2" fmla="*/ 3639163 w 3639168"/>
              <a:gd name="connsiteY2" fmla="*/ 3721525 h 4679057"/>
              <a:gd name="connsiteX3" fmla="*/ 2310695 w 3639168"/>
              <a:gd name="connsiteY3" fmla="*/ 4679057 h 4679057"/>
              <a:gd name="connsiteX4" fmla="*/ 0 w 3639168"/>
              <a:gd name="connsiteY4" fmla="*/ 790308 h 4679057"/>
              <a:gd name="connsiteX0" fmla="*/ 0 w 3639168"/>
              <a:gd name="connsiteY0" fmla="*/ 790308 h 4679057"/>
              <a:gd name="connsiteX1" fmla="*/ 2605198 w 3639168"/>
              <a:gd name="connsiteY1" fmla="*/ 0 h 4679057"/>
              <a:gd name="connsiteX2" fmla="*/ 3639163 w 3639168"/>
              <a:gd name="connsiteY2" fmla="*/ 3721525 h 4679057"/>
              <a:gd name="connsiteX3" fmla="*/ 2310695 w 3639168"/>
              <a:gd name="connsiteY3" fmla="*/ 4679057 h 4679057"/>
              <a:gd name="connsiteX4" fmla="*/ 0 w 3639168"/>
              <a:gd name="connsiteY4" fmla="*/ 790308 h 4679057"/>
              <a:gd name="connsiteX0" fmla="*/ 0 w 3639168"/>
              <a:gd name="connsiteY0" fmla="*/ 785906 h 4674655"/>
              <a:gd name="connsiteX1" fmla="*/ 2591107 w 3639168"/>
              <a:gd name="connsiteY1" fmla="*/ 0 h 4674655"/>
              <a:gd name="connsiteX2" fmla="*/ 3639163 w 3639168"/>
              <a:gd name="connsiteY2" fmla="*/ 3717123 h 4674655"/>
              <a:gd name="connsiteX3" fmla="*/ 2310695 w 3639168"/>
              <a:gd name="connsiteY3" fmla="*/ 4674655 h 4674655"/>
              <a:gd name="connsiteX4" fmla="*/ 0 w 3639168"/>
              <a:gd name="connsiteY4" fmla="*/ 785906 h 4674655"/>
              <a:gd name="connsiteX0" fmla="*/ 0 w 3639171"/>
              <a:gd name="connsiteY0" fmla="*/ 785906 h 4674655"/>
              <a:gd name="connsiteX1" fmla="*/ 2591107 w 3639171"/>
              <a:gd name="connsiteY1" fmla="*/ 0 h 4674655"/>
              <a:gd name="connsiteX2" fmla="*/ 3639163 w 3639171"/>
              <a:gd name="connsiteY2" fmla="*/ 3717123 h 4674655"/>
              <a:gd name="connsiteX3" fmla="*/ 2310695 w 3639171"/>
              <a:gd name="connsiteY3" fmla="*/ 4674655 h 4674655"/>
              <a:gd name="connsiteX4" fmla="*/ 0 w 3639171"/>
              <a:gd name="connsiteY4" fmla="*/ 785906 h 4674655"/>
              <a:gd name="connsiteX0" fmla="*/ 0 w 3639170"/>
              <a:gd name="connsiteY0" fmla="*/ 787833 h 4676582"/>
              <a:gd name="connsiteX1" fmla="*/ 2551083 w 3639170"/>
              <a:gd name="connsiteY1" fmla="*/ 0 h 4676582"/>
              <a:gd name="connsiteX2" fmla="*/ 3639163 w 3639170"/>
              <a:gd name="connsiteY2" fmla="*/ 3719050 h 4676582"/>
              <a:gd name="connsiteX3" fmla="*/ 2310695 w 3639170"/>
              <a:gd name="connsiteY3" fmla="*/ 4676582 h 4676582"/>
              <a:gd name="connsiteX4" fmla="*/ 0 w 3639170"/>
              <a:gd name="connsiteY4" fmla="*/ 787833 h 4676582"/>
              <a:gd name="connsiteX0" fmla="*/ 0 w 3639170"/>
              <a:gd name="connsiteY0" fmla="*/ 787833 h 4676582"/>
              <a:gd name="connsiteX1" fmla="*/ 2551083 w 3639170"/>
              <a:gd name="connsiteY1" fmla="*/ 0 h 4676582"/>
              <a:gd name="connsiteX2" fmla="*/ 3639163 w 3639170"/>
              <a:gd name="connsiteY2" fmla="*/ 3719050 h 4676582"/>
              <a:gd name="connsiteX3" fmla="*/ 2310695 w 3639170"/>
              <a:gd name="connsiteY3" fmla="*/ 4676582 h 4676582"/>
              <a:gd name="connsiteX4" fmla="*/ 0 w 3639170"/>
              <a:gd name="connsiteY4" fmla="*/ 787833 h 4676582"/>
              <a:gd name="connsiteX0" fmla="*/ 0 w 3639171"/>
              <a:gd name="connsiteY0" fmla="*/ 783704 h 4672453"/>
              <a:gd name="connsiteX1" fmla="*/ 2584062 w 3639171"/>
              <a:gd name="connsiteY1" fmla="*/ 0 h 4672453"/>
              <a:gd name="connsiteX2" fmla="*/ 3639163 w 3639171"/>
              <a:gd name="connsiteY2" fmla="*/ 3714921 h 4672453"/>
              <a:gd name="connsiteX3" fmla="*/ 2310695 w 3639171"/>
              <a:gd name="connsiteY3" fmla="*/ 4672453 h 4672453"/>
              <a:gd name="connsiteX4" fmla="*/ 0 w 3639171"/>
              <a:gd name="connsiteY4" fmla="*/ 783704 h 4672453"/>
              <a:gd name="connsiteX0" fmla="*/ 0 w 3639171"/>
              <a:gd name="connsiteY0" fmla="*/ 796638 h 4685387"/>
              <a:gd name="connsiteX1" fmla="*/ 2579266 w 3639171"/>
              <a:gd name="connsiteY1" fmla="*/ 0 h 4685387"/>
              <a:gd name="connsiteX2" fmla="*/ 3639163 w 3639171"/>
              <a:gd name="connsiteY2" fmla="*/ 3727855 h 4685387"/>
              <a:gd name="connsiteX3" fmla="*/ 2310695 w 3639171"/>
              <a:gd name="connsiteY3" fmla="*/ 4685387 h 4685387"/>
              <a:gd name="connsiteX4" fmla="*/ 0 w 3639171"/>
              <a:gd name="connsiteY4" fmla="*/ 796638 h 4685387"/>
              <a:gd name="connsiteX0" fmla="*/ 0 w 3639171"/>
              <a:gd name="connsiteY0" fmla="*/ 796638 h 4685387"/>
              <a:gd name="connsiteX1" fmla="*/ 2579266 w 3639171"/>
              <a:gd name="connsiteY1" fmla="*/ 0 h 4685387"/>
              <a:gd name="connsiteX2" fmla="*/ 3639163 w 3639171"/>
              <a:gd name="connsiteY2" fmla="*/ 3727855 h 4685387"/>
              <a:gd name="connsiteX3" fmla="*/ 2310695 w 3639171"/>
              <a:gd name="connsiteY3" fmla="*/ 4685387 h 4685387"/>
              <a:gd name="connsiteX4" fmla="*/ 0 w 3639171"/>
              <a:gd name="connsiteY4" fmla="*/ 796638 h 468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9171" h="4685387">
                <a:moveTo>
                  <a:pt x="0" y="796638"/>
                </a:moveTo>
                <a:cubicBezTo>
                  <a:pt x="1668536" y="295230"/>
                  <a:pt x="1265254" y="376208"/>
                  <a:pt x="2579266" y="0"/>
                </a:cubicBezTo>
                <a:cubicBezTo>
                  <a:pt x="2879644" y="1417913"/>
                  <a:pt x="3642039" y="2258489"/>
                  <a:pt x="3639163" y="3727855"/>
                </a:cubicBezTo>
                <a:lnTo>
                  <a:pt x="2310695" y="4685387"/>
                </a:lnTo>
                <a:lnTo>
                  <a:pt x="0" y="796638"/>
                </a:lnTo>
                <a:close/>
              </a:path>
            </a:pathLst>
          </a:custGeom>
          <a:gradFill>
            <a:gsLst>
              <a:gs pos="39000">
                <a:srgbClr val="0C122B">
                  <a:lumMod val="100000"/>
                  <a:alpha val="70368"/>
                </a:srgbClr>
              </a:gs>
              <a:gs pos="100000">
                <a:srgbClr val="58AED5"/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83808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Grafik 22">
            <a:extLst>
              <a:ext uri="{FF2B5EF4-FFF2-40B4-BE49-F238E27FC236}">
                <a16:creationId xmlns:a16="http://schemas.microsoft.com/office/drawing/2014/main" id="{145242E5-EC76-736A-7520-0D9BAF2730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1155" t="16497" r="15034" b="16800"/>
          <a:stretch/>
        </p:blipFill>
        <p:spPr>
          <a:xfrm>
            <a:off x="8478607" y="409863"/>
            <a:ext cx="3037175" cy="1427242"/>
          </a:xfrm>
          <a:prstGeom prst="rect">
            <a:avLst/>
          </a:prstGeom>
        </p:spPr>
      </p:pic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FDD786D1-EA8F-18AF-C947-058C32712C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5" y="2452817"/>
            <a:ext cx="5365200" cy="2416046"/>
          </a:xfrm>
          <a:noFill/>
        </p:spPr>
        <p:txBody>
          <a:bodyPr wrap="square" lIns="0" tIns="0" rIns="0" bIns="0" anchor="b">
            <a:spAutoFit/>
          </a:bodyPr>
          <a:lstStyle>
            <a:lvl1pPr>
              <a:lnSpc>
                <a:spcPct val="100000"/>
              </a:lnSpc>
              <a:spcAft>
                <a:spcPts val="1800"/>
              </a:spcAft>
              <a:defRPr sz="32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180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1800"/>
              </a:spcAft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300"/>
              </a:spcBef>
              <a:spcAft>
                <a:spcPts val="18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18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1800"/>
              </a:spcAft>
              <a:buNone/>
              <a:defRPr>
                <a:solidFill>
                  <a:schemeClr val="bg1"/>
                </a:solidFill>
              </a:defRPr>
            </a:lvl6pPr>
            <a:lvl7pPr>
              <a:lnSpc>
                <a:spcPct val="100000"/>
              </a:lnSpc>
              <a:spcAft>
                <a:spcPts val="1800"/>
              </a:spcAft>
              <a:defRPr sz="1400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100000"/>
              </a:lnSpc>
              <a:spcAft>
                <a:spcPts val="1800"/>
              </a:spcAft>
              <a:defRPr sz="1400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100000"/>
              </a:lnSpc>
              <a:spcAft>
                <a:spcPts val="1800"/>
              </a:spcAft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Contact</a:t>
            </a:r>
          </a:p>
          <a:p>
            <a:pPr lvl="1"/>
            <a:r>
              <a:rPr lang="en-US" noProof="0" dirty="0"/>
              <a:t>Title Name Surname</a:t>
            </a:r>
            <a:br>
              <a:rPr lang="en-US" noProof="0" dirty="0"/>
            </a:br>
            <a:r>
              <a:rPr lang="en-US" noProof="0" dirty="0"/>
              <a:t>Position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Email: name.surname@domain.org</a:t>
            </a:r>
          </a:p>
          <a:p>
            <a:pPr lvl="1"/>
            <a:r>
              <a:rPr lang="en-US" noProof="0" dirty="0"/>
              <a:t>www.lamarr-institute.org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EBA0284-5460-73BF-F456-16DB8BBCB397}"/>
              </a:ext>
            </a:extLst>
          </p:cNvPr>
          <p:cNvGrpSpPr/>
          <p:nvPr userDrawn="1"/>
        </p:nvGrpSpPr>
        <p:grpSpPr>
          <a:xfrm>
            <a:off x="0" y="5430644"/>
            <a:ext cx="12192000" cy="1427356"/>
            <a:chOff x="0" y="5430644"/>
            <a:chExt cx="12192000" cy="142735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901D969-68D4-1DAF-79E6-4E9459263DA4}"/>
                </a:ext>
              </a:extLst>
            </p:cNvPr>
            <p:cNvGrpSpPr/>
            <p:nvPr userDrawn="1"/>
          </p:nvGrpSpPr>
          <p:grpSpPr>
            <a:xfrm>
              <a:off x="0" y="5430644"/>
              <a:ext cx="12192000" cy="1427356"/>
              <a:chOff x="0" y="5430644"/>
              <a:chExt cx="12192000" cy="1427356"/>
            </a:xfrm>
          </p:grpSpPr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E42F5EFA-BE1C-FE1B-B5B6-B66135B23C4B}"/>
                  </a:ext>
                </a:extLst>
              </p:cNvPr>
              <p:cNvSpPr/>
              <p:nvPr userDrawn="1"/>
            </p:nvSpPr>
            <p:spPr>
              <a:xfrm>
                <a:off x="0" y="5430644"/>
                <a:ext cx="12192000" cy="14273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b="0" i="0" dirty="0">
                  <a:latin typeface="Work Sans" pitchFamily="2" charset="77"/>
                </a:endParaRPr>
              </a:p>
            </p:txBody>
          </p:sp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49A4B766-DEEC-0828-703D-DB1D0B59C7BA}"/>
                  </a:ext>
                </a:extLst>
              </p:cNvPr>
              <p:cNvSpPr txBox="1"/>
              <p:nvPr userDrawn="1"/>
            </p:nvSpPr>
            <p:spPr>
              <a:xfrm>
                <a:off x="731321" y="5692126"/>
                <a:ext cx="1357103" cy="246221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 algn="l" fontAlgn="base"/>
                <a:r>
                  <a:rPr lang="en-US" sz="1000" b="0" i="0" noProof="0" dirty="0">
                    <a:solidFill>
                      <a:srgbClr val="000000"/>
                    </a:solidFill>
                    <a:effectLst/>
                    <a:latin typeface="Work Sans" pitchFamily="2" charset="77"/>
                  </a:rPr>
                  <a:t>Partner </a:t>
                </a:r>
                <a:r>
                  <a:rPr lang="en-US" sz="1000" b="0" i="0" noProof="0" dirty="0">
                    <a:solidFill>
                      <a:srgbClr val="000000"/>
                    </a:solidFill>
                    <a:effectLst/>
                    <a:latin typeface="+mn-lt"/>
                  </a:rPr>
                  <a:t>institutions</a:t>
                </a:r>
                <a:r>
                  <a:rPr lang="en-US" sz="1000" b="0" i="0" noProof="0" dirty="0">
                    <a:solidFill>
                      <a:srgbClr val="000000"/>
                    </a:solidFill>
                    <a:effectLst/>
                    <a:latin typeface="Work Sans" pitchFamily="2" charset="77"/>
                  </a:rPr>
                  <a:t>:</a:t>
                </a:r>
              </a:p>
            </p:txBody>
          </p: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3AF7516B-7CDC-E237-9C26-9DF87401DB56}"/>
                  </a:ext>
                </a:extLst>
              </p:cNvPr>
              <p:cNvGrpSpPr/>
              <p:nvPr userDrawn="1"/>
            </p:nvGrpSpPr>
            <p:grpSpPr>
              <a:xfrm>
                <a:off x="731322" y="6029988"/>
                <a:ext cx="6427081" cy="433766"/>
                <a:chOff x="731322" y="6031158"/>
                <a:chExt cx="7216569" cy="487049"/>
              </a:xfrm>
            </p:grpSpPr>
            <p:pic>
              <p:nvPicPr>
                <p:cNvPr id="26" name="Grafik 25">
                  <a:extLst>
                    <a:ext uri="{FF2B5EF4-FFF2-40B4-BE49-F238E27FC236}">
                      <a16:creationId xmlns:a16="http://schemas.microsoft.com/office/drawing/2014/main" id="{4A8C519C-12BE-63F6-69CD-E99E0E458A4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1322" y="6135085"/>
                  <a:ext cx="1423713" cy="261184"/>
                </a:xfrm>
                <a:prstGeom prst="rect">
                  <a:avLst/>
                </a:prstGeom>
              </p:spPr>
            </p:pic>
            <p:pic>
              <p:nvPicPr>
                <p:cNvPr id="27" name="Grafik 26">
                  <a:extLst>
                    <a:ext uri="{FF2B5EF4-FFF2-40B4-BE49-F238E27FC236}">
                      <a16:creationId xmlns:a16="http://schemas.microsoft.com/office/drawing/2014/main" id="{D2DC47FD-688D-A56D-B2A6-27C7EE75D32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08503" y="6052045"/>
                  <a:ext cx="1593623" cy="466162"/>
                </a:xfrm>
                <a:prstGeom prst="rect">
                  <a:avLst/>
                </a:prstGeom>
              </p:spPr>
            </p:pic>
            <p:pic>
              <p:nvPicPr>
                <p:cNvPr id="29" name="Grafik 28">
                  <a:extLst>
                    <a:ext uri="{FF2B5EF4-FFF2-40B4-BE49-F238E27FC236}">
                      <a16:creationId xmlns:a16="http://schemas.microsoft.com/office/drawing/2014/main" id="{602F6B01-BDC7-0360-B5B1-B4C7B6C4CED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23982" y="6047977"/>
                  <a:ext cx="1523909" cy="435402"/>
                </a:xfrm>
                <a:prstGeom prst="rect">
                  <a:avLst/>
                </a:prstGeom>
              </p:spPr>
            </p:pic>
            <p:pic>
              <p:nvPicPr>
                <p:cNvPr id="30" name="Grafik 29">
                  <a:extLst>
                    <a:ext uri="{FF2B5EF4-FFF2-40B4-BE49-F238E27FC236}">
                      <a16:creationId xmlns:a16="http://schemas.microsoft.com/office/drawing/2014/main" id="{42F11228-E2E2-128C-A40E-76201DFF492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7681" y="6031158"/>
                  <a:ext cx="1099348" cy="461016"/>
                </a:xfrm>
                <a:prstGeom prst="rect">
                  <a:avLst/>
                </a:prstGeom>
              </p:spPr>
            </p:pic>
          </p:grpSp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E0FE7991-22CE-A8A6-D350-21B2377ED172}"/>
                  </a:ext>
                </a:extLst>
              </p:cNvPr>
              <p:cNvSpPr txBox="1"/>
              <p:nvPr userDrawn="1"/>
            </p:nvSpPr>
            <p:spPr>
              <a:xfrm>
                <a:off x="8176924" y="5692126"/>
                <a:ext cx="1684115" cy="246221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 algn="l" fontAlgn="base"/>
                <a:r>
                  <a:rPr lang="en-US" sz="1000" b="0" i="0" noProof="0" dirty="0">
                    <a:solidFill>
                      <a:srgbClr val="000000"/>
                    </a:solidFill>
                    <a:effectLst/>
                    <a:latin typeface="+mn-lt"/>
                  </a:rPr>
                  <a:t>Institutionally</a:t>
                </a:r>
                <a:r>
                  <a:rPr lang="en-US" sz="1000" b="0" i="0" noProof="0" dirty="0">
                    <a:solidFill>
                      <a:srgbClr val="000000"/>
                    </a:solidFill>
                    <a:effectLst/>
                    <a:latin typeface="Work Sans" pitchFamily="2" charset="77"/>
                  </a:rPr>
                  <a:t> funded by:</a:t>
                </a:r>
              </a:p>
            </p:txBody>
          </p:sp>
          <p:pic>
            <p:nvPicPr>
              <p:cNvPr id="24" name="Grafik 23">
                <a:extLst>
                  <a:ext uri="{FF2B5EF4-FFF2-40B4-BE49-F238E27FC236}">
                    <a16:creationId xmlns:a16="http://schemas.microsoft.com/office/drawing/2014/main" id="{39E742A7-6ECD-F29F-C0C1-826F8C45562F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5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 t="30047"/>
              <a:stretch/>
            </p:blipFill>
            <p:spPr>
              <a:xfrm>
                <a:off x="9665184" y="6001246"/>
                <a:ext cx="2127796" cy="481767"/>
              </a:xfrm>
              <a:prstGeom prst="rect">
                <a:avLst/>
              </a:prstGeom>
            </p:spPr>
          </p:pic>
          <p:pic>
            <p:nvPicPr>
              <p:cNvPr id="25" name="Grafik 24">
                <a:extLst>
                  <a:ext uri="{FF2B5EF4-FFF2-40B4-BE49-F238E27FC236}">
                    <a16:creationId xmlns:a16="http://schemas.microsoft.com/office/drawing/2014/main" id="{A35E7190-9D00-0F9B-C29A-91D7E8FC19E0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7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r="12490"/>
              <a:stretch/>
            </p:blipFill>
            <p:spPr>
              <a:xfrm>
                <a:off x="8008316" y="5871131"/>
                <a:ext cx="1269095" cy="897762"/>
              </a:xfrm>
              <a:prstGeom prst="rect">
                <a:avLst/>
              </a:prstGeom>
            </p:spPr>
          </p:pic>
        </p:grpSp>
        <p:cxnSp>
          <p:nvCxnSpPr>
            <p:cNvPr id="3" name="Gerade Verbindung 17">
              <a:extLst>
                <a:ext uri="{FF2B5EF4-FFF2-40B4-BE49-F238E27FC236}">
                  <a16:creationId xmlns:a16="http://schemas.microsoft.com/office/drawing/2014/main" id="{74950168-11E2-8A29-9E7C-0234A2DCA5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36404" y="5769447"/>
              <a:ext cx="0" cy="785371"/>
            </a:xfrm>
            <a:prstGeom prst="line">
              <a:avLst/>
            </a:prstGeom>
            <a:ln w="3175">
              <a:solidFill>
                <a:srgbClr val="706F6F">
                  <a:alpha val="40238"/>
                </a:srgb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9148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06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vmlDrawing" Target="../drawings/vmlDrawing1.vml"/><Relationship Id="rId1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507918F-B2AA-4A76-81D6-4E27E906E3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565214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" name="think-cell Folie" r:id="rId14" imgW="344" imgH="345" progId="TCLayout.ActiveDocument.1">
                  <p:embed/>
                </p:oleObj>
              </mc:Choice>
              <mc:Fallback>
                <p:oleObj name="think-cell Folie" r:id="rId14" imgW="344" imgH="34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A78C480-B66C-43DB-AAEB-3790EF5A766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476250"/>
            <a:ext cx="10080000" cy="3811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lvl="0"/>
            <a:r>
              <a:rPr lang="en-US" noProof="0" dirty="0"/>
              <a:t>Headline, Work Sans </a:t>
            </a:r>
            <a:r>
              <a:rPr lang="en-US" noProof="0" dirty="0" err="1"/>
              <a:t>Semibold</a:t>
            </a:r>
            <a:r>
              <a:rPr lang="en-US" noProof="0" dirty="0"/>
              <a:t>, 24 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ED48EE-75FC-48CE-8886-5B06675925EC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78199" y="2060576"/>
            <a:ext cx="11234376" cy="39242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Body text</a:t>
            </a:r>
          </a:p>
          <a:p>
            <a:pPr lvl="1"/>
            <a:r>
              <a:rPr lang="en-US" noProof="0" dirty="0"/>
              <a:t>List Level 1</a:t>
            </a:r>
          </a:p>
          <a:p>
            <a:pPr lvl="2"/>
            <a:r>
              <a:rPr lang="en-US" noProof="0" dirty="0"/>
              <a:t>List Level 2</a:t>
            </a:r>
          </a:p>
          <a:p>
            <a:pPr lvl="3"/>
            <a:r>
              <a:rPr lang="en-US" noProof="0" dirty="0"/>
              <a:t>List Level 3</a:t>
            </a:r>
          </a:p>
          <a:p>
            <a:pPr lvl="4"/>
            <a:r>
              <a:rPr lang="en-US" noProof="0" dirty="0"/>
              <a:t>Ordered List</a:t>
            </a:r>
          </a:p>
          <a:p>
            <a:pPr lvl="5"/>
            <a:r>
              <a:rPr lang="en-US" noProof="0" dirty="0"/>
              <a:t>Headline</a:t>
            </a:r>
          </a:p>
          <a:p>
            <a:pPr lvl="6"/>
            <a:r>
              <a:rPr lang="en-US" noProof="0" dirty="0"/>
              <a:t>Headline Aqua</a:t>
            </a:r>
          </a:p>
          <a:p>
            <a:pPr lvl="7"/>
            <a:r>
              <a:rPr lang="en-US" noProof="0" dirty="0"/>
              <a:t>Headline Fuchsia</a:t>
            </a:r>
          </a:p>
          <a:p>
            <a:pPr lvl="8"/>
            <a:r>
              <a:rPr lang="en-US" noProof="0" dirty="0"/>
              <a:t>Headline Fresh Violet</a:t>
            </a:r>
          </a:p>
        </p:txBody>
      </p:sp>
      <p:sp>
        <p:nvSpPr>
          <p:cNvPr id="4" name="Datumsplatzhalter">
            <a:extLst>
              <a:ext uri="{FF2B5EF4-FFF2-40B4-BE49-F238E27FC236}">
                <a16:creationId xmlns:a16="http://schemas.microsoft.com/office/drawing/2014/main" id="{F9CDF1F4-2065-4A60-8377-ED9014CA8CBB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076400" y="6455836"/>
            <a:ext cx="720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CE594222-A004-4855-9AEA-3AC93999297D}" type="datetime1">
              <a:rPr lang="de-DE" smtClean="0"/>
              <a:t>01.12.2025</a:t>
            </a:fld>
            <a:endParaRPr lang="en-US" dirty="0"/>
          </a:p>
        </p:txBody>
      </p:sp>
      <p:sp>
        <p:nvSpPr>
          <p:cNvPr id="5" name="Copyright Fraunhofer">
            <a:extLst>
              <a:ext uri="{FF2B5EF4-FFF2-40B4-BE49-F238E27FC236}">
                <a16:creationId xmlns:a16="http://schemas.microsoft.com/office/drawing/2014/main" id="{5FF3544A-E0F0-4101-A728-3DFB567F7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78199" y="6455836"/>
            <a:ext cx="3600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Raphael Fischer - Advancing AI Sustainability via                         Labeling and Meta-Learning</a:t>
            </a:r>
            <a:endParaRPr lang="en-US" dirty="0"/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86070D71-EE9E-4293-96A3-C2A0A07F7A62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3FFAE78-FC0D-4DC3-A58F-888E658BE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2575" y="6455836"/>
            <a:ext cx="7200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01BA3E4-5E55-4F99-AF09-CC6D6B2539E2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C6E7B0F-8F33-F164-FA39-ABAB488D2B97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59385" y="486410"/>
            <a:ext cx="663350" cy="957047"/>
          </a:xfrm>
          <a:prstGeom prst="rect">
            <a:avLst/>
          </a:prstGeom>
        </p:spPr>
      </p:pic>
      <p:cxnSp>
        <p:nvCxnSpPr>
          <p:cNvPr id="7" name="Gerader Verbinder 33">
            <a:extLst>
              <a:ext uri="{FF2B5EF4-FFF2-40B4-BE49-F238E27FC236}">
                <a16:creationId xmlns:a16="http://schemas.microsoft.com/office/drawing/2014/main" id="{15363AF0-F9AB-0335-61CD-3DC19BF82FF4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76595" y="6193553"/>
            <a:ext cx="11235980" cy="0"/>
          </a:xfrm>
          <a:prstGeom prst="line">
            <a:avLst/>
          </a:prstGeom>
          <a:noFill/>
          <a:ln w="127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7623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FontTx/>
        <a:buNone/>
        <a:defRPr lang="en-US" sz="1400" b="0" kern="1200" noProof="0" dirty="0">
          <a:solidFill>
            <a:schemeClr val="tx1"/>
          </a:solidFill>
          <a:latin typeface="+mn-lt"/>
          <a:ea typeface="+mn-ea"/>
          <a:cs typeface="+mn-cs"/>
        </a:defRPr>
      </a:lvl1pPr>
      <a:lvl2pPr marL="271463" indent="-271463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Font typeface="Work Sans" pitchFamily="2" charset="0"/>
        <a:buChar char="▶"/>
        <a:defRPr lang="en-US" sz="1400" b="0" kern="1200" noProof="0" dirty="0">
          <a:solidFill>
            <a:schemeClr val="tx1"/>
          </a:solidFill>
          <a:latin typeface="+mn-lt"/>
          <a:ea typeface="+mn-ea"/>
          <a:cs typeface="+mn-cs"/>
        </a:defRPr>
      </a:lvl2pPr>
      <a:lvl3pPr marL="450850" indent="-179388" algn="l" defTabSz="914400" rtl="0" eaLnBrk="1" latinLnBrk="0" hangingPunct="1">
        <a:lnSpc>
          <a:spcPct val="110000"/>
        </a:lnSpc>
        <a:spcBef>
          <a:spcPts val="300"/>
        </a:spcBef>
        <a:buFont typeface="Symbol" panose="05050102010706020507" pitchFamily="18" charset="2"/>
        <a:buChar char="-"/>
        <a:defRPr lang="en-US" sz="1400" b="0" kern="1200" noProof="0" dirty="0">
          <a:solidFill>
            <a:schemeClr val="tx1"/>
          </a:solidFill>
          <a:latin typeface="+mn-lt"/>
          <a:ea typeface="+mn-ea"/>
          <a:cs typeface="+mn-cs"/>
        </a:defRPr>
      </a:lvl3pPr>
      <a:lvl4pPr marL="623888" indent="-173038" algn="l" defTabSz="914400" rtl="0" eaLnBrk="1" latinLnBrk="0" hangingPunct="1">
        <a:lnSpc>
          <a:spcPct val="110000"/>
        </a:lnSpc>
        <a:spcBef>
          <a:spcPts val="300"/>
        </a:spcBef>
        <a:buClrTx/>
        <a:buFont typeface="Symbol" panose="05050102010706020507" pitchFamily="18" charset="2"/>
        <a:buChar char="-"/>
        <a:defRPr lang="en-US" sz="1400" kern="1200" noProof="0" dirty="0">
          <a:solidFill>
            <a:schemeClr val="tx1"/>
          </a:solidFill>
          <a:latin typeface="+mn-lt"/>
          <a:ea typeface="+mn-ea"/>
          <a:cs typeface="+mn-cs"/>
        </a:defRPr>
      </a:lvl4pPr>
      <a:lvl5pPr marL="271463" indent="-271463" algn="l" defTabSz="914400" rtl="0" eaLnBrk="1" latinLnBrk="0" hangingPunct="1">
        <a:lnSpc>
          <a:spcPct val="110000"/>
        </a:lnSpc>
        <a:spcBef>
          <a:spcPts val="900"/>
        </a:spcBef>
        <a:buClrTx/>
        <a:buFont typeface="+mj-lt"/>
        <a:buAutoNum type="arabicPeriod"/>
        <a:defRPr lang="en-US" sz="1400" kern="120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900"/>
        </a:spcBef>
        <a:spcAft>
          <a:spcPts val="600"/>
        </a:spcAft>
        <a:buClrTx/>
        <a:buFont typeface="+mj-lt"/>
        <a:buNone/>
        <a:defRPr lang="en-US" sz="1600" kern="1200" noProof="0" dirty="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10000"/>
        </a:lnSpc>
        <a:spcBef>
          <a:spcPts val="900"/>
        </a:spcBef>
        <a:spcAft>
          <a:spcPts val="600"/>
        </a:spcAft>
        <a:buClrTx/>
        <a:buFont typeface="+mj-lt"/>
        <a:buNone/>
        <a:defRPr sz="1600" kern="1200">
          <a:solidFill>
            <a:schemeClr val="accent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900"/>
        </a:spcBef>
        <a:spcAft>
          <a:spcPts val="600"/>
        </a:spcAft>
        <a:buClrTx/>
        <a:buFont typeface="+mj-lt"/>
        <a:buNone/>
        <a:defRPr sz="1600" kern="1200">
          <a:solidFill>
            <a:schemeClr val="accent3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900"/>
        </a:spcBef>
        <a:spcAft>
          <a:spcPts val="600"/>
        </a:spcAft>
        <a:buClrTx/>
        <a:buFont typeface="+mj-lt"/>
        <a:buNone/>
        <a:defRPr sz="1600" kern="1200">
          <a:solidFill>
            <a:schemeClr val="accent4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3" orient="horz" pos="300">
          <p15:clr>
            <a:srgbClr val="F26B43"/>
          </p15:clr>
        </p15:guide>
        <p15:guide id="4" orient="horz" pos="4133">
          <p15:clr>
            <a:srgbClr val="F26B43"/>
          </p15:clr>
        </p15:guide>
        <p15:guide id="5" orient="horz" pos="3770">
          <p15:clr>
            <a:srgbClr val="F26B43"/>
          </p15:clr>
        </p15:guide>
        <p15:guide id="8" orient="horz" pos="12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1.svg"/><Relationship Id="rId7" Type="http://schemas.openxmlformats.org/officeDocument/2006/relationships/image" Target="../media/image24.png"/><Relationship Id="rId12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18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8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3.png"/><Relationship Id="rId5" Type="http://schemas.openxmlformats.org/officeDocument/2006/relationships/image" Target="../media/image32.jpg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912159C-121D-8632-49D0-F204ED1816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32000" y="2974299"/>
            <a:ext cx="9360000" cy="1769715"/>
          </a:xfrm>
        </p:spPr>
        <p:txBody>
          <a:bodyPr/>
          <a:lstStyle/>
          <a:p>
            <a:r>
              <a:rPr lang="de-DE" b="1" dirty="0"/>
              <a:t>Lamarr Energy Tracking</a:t>
            </a:r>
            <a:endParaRPr lang="de-DE" sz="1400" b="1" dirty="0"/>
          </a:p>
          <a:p>
            <a:r>
              <a:rPr lang="en-US" sz="2000" dirty="0"/>
              <a:t>LET there be Resource-Awareness in ML and AI!</a:t>
            </a:r>
          </a:p>
          <a:p>
            <a:r>
              <a:rPr lang="en-US" sz="1600" dirty="0"/>
              <a:t>Raphael Fischer &amp; Sebastian </a:t>
            </a:r>
            <a:r>
              <a:rPr lang="en-US" sz="1600" dirty="0" err="1"/>
              <a:t>Buschjäger</a:t>
            </a:r>
            <a:endParaRPr lang="en-US" sz="1600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FEE05F7-B52F-4055-B8A4-FD031822BFC6}"/>
              </a:ext>
            </a:extLst>
          </p:cNvPr>
          <p:cNvGrpSpPr/>
          <p:nvPr/>
        </p:nvGrpSpPr>
        <p:grpSpPr>
          <a:xfrm>
            <a:off x="622896" y="3057216"/>
            <a:ext cx="1770671" cy="1686799"/>
            <a:chOff x="695326" y="3614348"/>
            <a:chExt cx="1350758" cy="1286776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AAD1B2C3-B44F-4620-9E68-E8C8BCEBF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</a:blip>
            <a:stretch>
              <a:fillRect/>
            </a:stretch>
          </p:blipFill>
          <p:spPr>
            <a:xfrm>
              <a:off x="695326" y="3614348"/>
              <a:ext cx="1350758" cy="1286775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2A5F23E7-A0AB-4298-8AA1-63066B9F6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6F6F6F"/>
                </a:clrFrom>
                <a:clrTo>
                  <a:srgbClr val="6F6F6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5326" y="3614349"/>
              <a:ext cx="1350758" cy="12867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226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B9CA4C1D-8388-4398-8B28-CB029DF2B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493" y="1233015"/>
            <a:ext cx="7961014" cy="277228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5E09D95-F3BE-4E5B-B6CA-B3D3EEA1497D}"/>
              </a:ext>
            </a:extLst>
          </p:cNvPr>
          <p:cNvSpPr txBox="1"/>
          <p:nvPr/>
        </p:nvSpPr>
        <p:spPr>
          <a:xfrm>
            <a:off x="1448554" y="4879230"/>
            <a:ext cx="9294892" cy="1262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ctr">
              <a:lnSpc>
                <a:spcPts val="1960"/>
              </a:lnSpc>
              <a:buClr>
                <a:schemeClr val="accent1"/>
              </a:buClr>
              <a:buFont typeface="Wingdings" panose="05000000000000000000" pitchFamily="2" charset="2"/>
              <a:buChar char="à"/>
            </a:pPr>
            <a:r>
              <a:rPr lang="en-US" sz="2400" b="1" i="1" dirty="0">
                <a:solidFill>
                  <a:schemeClr val="bg1"/>
                </a:solidFill>
              </a:rPr>
              <a:t>Initiate a paradigm shift in reporting! </a:t>
            </a:r>
            <a:r>
              <a:rPr lang="en-US" sz="1600" dirty="0">
                <a:solidFill>
                  <a:schemeClr val="bg1"/>
                </a:solidFill>
              </a:rPr>
              <a:t>[Fischer et al. 2024]</a:t>
            </a:r>
          </a:p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600" dirty="0">
                <a:solidFill>
                  <a:schemeClr val="bg1"/>
                </a:solidFill>
              </a:rPr>
              <a:t>This allows us to develop and use AI in sustainable ways!</a:t>
            </a:r>
          </a:p>
          <a:p>
            <a:pPr algn="ctr">
              <a:lnSpc>
                <a:spcPts val="1960"/>
              </a:lnSpc>
              <a:buClr>
                <a:schemeClr val="accent1"/>
              </a:buClr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342900" algn="ctr">
              <a:lnSpc>
                <a:spcPts val="1960"/>
              </a:lnSpc>
              <a:buClr>
                <a:schemeClr val="accent1"/>
              </a:buClr>
              <a:buFont typeface="Wingdings" panose="05000000000000000000" pitchFamily="2" charset="2"/>
              <a:buChar char="à"/>
            </a:pPr>
            <a:r>
              <a:rPr lang="en-US" sz="2400" b="1" i="1" dirty="0">
                <a:solidFill>
                  <a:schemeClr val="bg1"/>
                </a:solidFill>
                <a:sym typeface="Wingdings" panose="05000000000000000000" pitchFamily="2" charset="2"/>
              </a:rPr>
              <a:t>C</a:t>
            </a:r>
            <a:r>
              <a:rPr lang="en-US" sz="2400" b="1" i="1" dirty="0">
                <a:solidFill>
                  <a:schemeClr val="bg1"/>
                </a:solidFill>
              </a:rPr>
              <a:t>hallenge the bigger-is-better paradigm!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[</a:t>
            </a:r>
            <a:r>
              <a:rPr lang="en-US" sz="1600" dirty="0" err="1">
                <a:solidFill>
                  <a:schemeClr val="bg1"/>
                </a:solidFill>
              </a:rPr>
              <a:t>Varoquaux</a:t>
            </a:r>
            <a:r>
              <a:rPr lang="en-US" sz="1600" dirty="0">
                <a:solidFill>
                  <a:schemeClr val="bg1"/>
                </a:solidFill>
              </a:rPr>
              <a:t> et al. 2025]</a:t>
            </a:r>
          </a:p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600" dirty="0">
                <a:solidFill>
                  <a:schemeClr val="bg1"/>
                </a:solidFill>
              </a:rPr>
              <a:t>This should be an important joint effort at </a:t>
            </a:r>
            <a:r>
              <a:rPr lang="en-US" sz="1600" dirty="0" err="1">
                <a:solidFill>
                  <a:schemeClr val="bg1"/>
                </a:solidFill>
              </a:rPr>
              <a:t>Lamarr</a:t>
            </a:r>
            <a:r>
              <a:rPr lang="en-US" sz="1600" dirty="0">
                <a:solidFill>
                  <a:schemeClr val="bg1"/>
                </a:solidFill>
              </a:rPr>
              <a:t> Institute!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4903B96-78A5-415E-A144-19014FC13B90}"/>
              </a:ext>
            </a:extLst>
          </p:cNvPr>
          <p:cNvSpPr txBox="1"/>
          <p:nvPr/>
        </p:nvSpPr>
        <p:spPr>
          <a:xfrm>
            <a:off x="2349845" y="4077279"/>
            <a:ext cx="4102100" cy="2305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960"/>
              </a:lnSpc>
              <a:buClr>
                <a:schemeClr val="accent1"/>
              </a:buClr>
            </a:pPr>
            <a:r>
              <a:rPr lang="en-US" sz="1200" dirty="0">
                <a:solidFill>
                  <a:schemeClr val="bg1"/>
                </a:solidFill>
              </a:rPr>
              <a:t>[Fischer 2025a / Sevilla et al. 2022] (Epoch AI)</a:t>
            </a:r>
          </a:p>
        </p:txBody>
      </p:sp>
    </p:spTree>
    <p:extLst>
      <p:ext uri="{BB962C8B-B14F-4D97-AF65-F5344CB8AC3E}">
        <p14:creationId xmlns:p14="http://schemas.microsoft.com/office/powerpoint/2010/main" val="2572600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C4B70EA-19AF-4FB3-B6E2-3B2E0220715D}"/>
              </a:ext>
            </a:extLst>
          </p:cNvPr>
          <p:cNvGrpSpPr/>
          <p:nvPr/>
        </p:nvGrpSpPr>
        <p:grpSpPr>
          <a:xfrm>
            <a:off x="4507214" y="2768760"/>
            <a:ext cx="3177571" cy="3027057"/>
            <a:chOff x="695326" y="3614348"/>
            <a:chExt cx="1350758" cy="1286776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74D1F302-CEE2-4883-81CE-6660C05611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</a:blip>
            <a:stretch>
              <a:fillRect/>
            </a:stretch>
          </p:blipFill>
          <p:spPr>
            <a:xfrm>
              <a:off x="695326" y="3614348"/>
              <a:ext cx="1350758" cy="1286775"/>
            </a:xfrm>
            <a:prstGeom prst="rect">
              <a:avLst/>
            </a:prstGeom>
          </p:spPr>
        </p:pic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40F7EC0D-00A3-432E-B547-5175C3E20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6F6F6F"/>
                </a:clrFrom>
                <a:clrTo>
                  <a:srgbClr val="6F6F6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5326" y="3614349"/>
              <a:ext cx="1350758" cy="1286775"/>
            </a:xfrm>
            <a:prstGeom prst="rect">
              <a:avLst/>
            </a:prstGeom>
          </p:spPr>
        </p:pic>
      </p:grpSp>
      <p:sp>
        <p:nvSpPr>
          <p:cNvPr id="5" name="Textfeld 4">
            <a:extLst>
              <a:ext uri="{FF2B5EF4-FFF2-40B4-BE49-F238E27FC236}">
                <a16:creationId xmlns:a16="http://schemas.microsoft.com/office/drawing/2014/main" id="{1AA53116-0471-4420-AD57-9632937A803D}"/>
              </a:ext>
            </a:extLst>
          </p:cNvPr>
          <p:cNvSpPr txBox="1"/>
          <p:nvPr/>
        </p:nvSpPr>
        <p:spPr>
          <a:xfrm>
            <a:off x="712204" y="797300"/>
            <a:ext cx="10767590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2800" dirty="0">
                <a:solidFill>
                  <a:schemeClr val="bg1"/>
                </a:solidFill>
              </a:rPr>
              <a:t>To be </a:t>
            </a:r>
            <a:r>
              <a:rPr lang="en-US" sz="2800" b="1" dirty="0">
                <a:solidFill>
                  <a:schemeClr val="bg1"/>
                </a:solidFill>
              </a:rPr>
              <a:t>resource-aware</a:t>
            </a:r>
            <a:r>
              <a:rPr lang="en-US" sz="2800" dirty="0">
                <a:solidFill>
                  <a:schemeClr val="bg1"/>
                </a:solidFill>
              </a:rPr>
              <a:t> and </a:t>
            </a:r>
            <a:r>
              <a:rPr lang="en-US" sz="2800" b="1" dirty="0">
                <a:solidFill>
                  <a:schemeClr val="bg1"/>
                </a:solidFill>
              </a:rPr>
              <a:t>trustworthy</a:t>
            </a:r>
            <a:r>
              <a:rPr lang="en-US" sz="2800" dirty="0">
                <a:solidFill>
                  <a:schemeClr val="bg1"/>
                </a:solidFill>
              </a:rPr>
              <a:t>, we have to inform on the </a:t>
            </a:r>
            <a:r>
              <a:rPr lang="en-US" sz="2800" b="1" dirty="0">
                <a:solidFill>
                  <a:schemeClr val="bg1"/>
                </a:solidFill>
              </a:rPr>
              <a:t>energy-versus-quality performance</a:t>
            </a:r>
            <a:r>
              <a:rPr lang="en-US" sz="2800" dirty="0">
                <a:solidFill>
                  <a:schemeClr val="bg1"/>
                </a:solidFill>
              </a:rPr>
              <a:t> of our methods! Assessing this trade-off becomes easier thanks to</a:t>
            </a:r>
          </a:p>
          <a:p>
            <a:pPr algn="ctr">
              <a:buClr>
                <a:schemeClr val="accent1"/>
              </a:buClr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8AE0C74-110C-44DD-A743-7683A6D04D4B}"/>
              </a:ext>
            </a:extLst>
          </p:cNvPr>
          <p:cNvSpPr txBox="1"/>
          <p:nvPr/>
        </p:nvSpPr>
        <p:spPr>
          <a:xfrm>
            <a:off x="3837483" y="6216385"/>
            <a:ext cx="4518866" cy="2369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i="1" dirty="0">
                <a:solidFill>
                  <a:schemeClr val="bg1"/>
                </a:solidFill>
              </a:rPr>
              <a:t>github.com/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-institute/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-energy-tracker</a:t>
            </a:r>
          </a:p>
        </p:txBody>
      </p:sp>
    </p:spTree>
    <p:extLst>
      <p:ext uri="{BB962C8B-B14F-4D97-AF65-F5344CB8AC3E}">
        <p14:creationId xmlns:p14="http://schemas.microsoft.com/office/powerpoint/2010/main" val="1588486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DA72B61-5B18-4497-97A2-4A13896F9D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864" t="46749" r="1970" b="20412"/>
          <a:stretch/>
        </p:blipFill>
        <p:spPr>
          <a:xfrm>
            <a:off x="1275032" y="3295522"/>
            <a:ext cx="3885885" cy="1177130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BC1BBEF-0EC6-40D0-B632-19057F59A2E7}"/>
              </a:ext>
            </a:extLst>
          </p:cNvPr>
          <p:cNvGrpSpPr/>
          <p:nvPr/>
        </p:nvGrpSpPr>
        <p:grpSpPr>
          <a:xfrm>
            <a:off x="5226161" y="648100"/>
            <a:ext cx="1739677" cy="1657273"/>
            <a:chOff x="695326" y="3614348"/>
            <a:chExt cx="1350758" cy="1286776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65C87B42-83CB-42C6-8C8A-4DE1C0619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</a:blip>
            <a:stretch>
              <a:fillRect/>
            </a:stretch>
          </p:blipFill>
          <p:spPr>
            <a:xfrm>
              <a:off x="695326" y="3614348"/>
              <a:ext cx="1350758" cy="1286775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7666CD11-D776-40FC-BA34-17DF9CD62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6F6F6F"/>
                </a:clrFrom>
                <a:clrTo>
                  <a:srgbClr val="6F6F6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5326" y="3614349"/>
              <a:ext cx="1350758" cy="1286775"/>
            </a:xfrm>
            <a:prstGeom prst="rect">
              <a:avLst/>
            </a:prstGeom>
          </p:spPr>
        </p:pic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6FADA83A-E6B7-4B73-A3D0-A515D06B963F}"/>
              </a:ext>
            </a:extLst>
          </p:cNvPr>
          <p:cNvSpPr txBox="1"/>
          <p:nvPr/>
        </p:nvSpPr>
        <p:spPr>
          <a:xfrm>
            <a:off x="6116239" y="4640442"/>
            <a:ext cx="5715576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2800" dirty="0">
                <a:solidFill>
                  <a:schemeClr val="bg1"/>
                </a:solidFill>
              </a:rPr>
              <a:t>Computing on Custom Setup?</a:t>
            </a:r>
          </a:p>
          <a:p>
            <a:pPr algn="ctr">
              <a:buClr>
                <a:schemeClr val="accent1"/>
              </a:buClr>
            </a:pPr>
            <a:r>
              <a:rPr lang="en-US" dirty="0">
                <a:solidFill>
                  <a:schemeClr val="bg1"/>
                </a:solidFill>
              </a:rPr>
              <a:t>Use the LET library for tracking and reporting</a:t>
            </a:r>
          </a:p>
          <a:p>
            <a:pPr algn="ctr">
              <a:buClr>
                <a:schemeClr val="accent1"/>
              </a:buClr>
            </a:pPr>
            <a:r>
              <a:rPr lang="en-US" dirty="0">
                <a:solidFill>
                  <a:schemeClr val="bg1"/>
                </a:solidFill>
              </a:rPr>
              <a:t>the energy consumption of your experiments!</a:t>
            </a:r>
          </a:p>
        </p:txBody>
      </p:sp>
      <p:pic>
        <p:nvPicPr>
          <p:cNvPr id="13" name="Grafik 12" descr="Laptop">
            <a:extLst>
              <a:ext uri="{FF2B5EF4-FFF2-40B4-BE49-F238E27FC236}">
                <a16:creationId xmlns:a16="http://schemas.microsoft.com/office/drawing/2014/main" id="{549FE882-ABC1-462E-9F0C-3D9370D86D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2674" y="3635315"/>
            <a:ext cx="1049314" cy="1049314"/>
          </a:xfrm>
          <a:prstGeom prst="rect">
            <a:avLst/>
          </a:prstGeom>
        </p:spPr>
      </p:pic>
      <p:pic>
        <p:nvPicPr>
          <p:cNvPr id="14" name="Grafik 13" descr="Computer">
            <a:extLst>
              <a:ext uri="{FF2B5EF4-FFF2-40B4-BE49-F238E27FC236}">
                <a16:creationId xmlns:a16="http://schemas.microsoft.com/office/drawing/2014/main" id="{3BA16C61-2B6C-4CEE-A316-76DDEE1E75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0274" y="3591127"/>
            <a:ext cx="1049314" cy="1049314"/>
          </a:xfrm>
          <a:prstGeom prst="rect">
            <a:avLst/>
          </a:prstGeom>
        </p:spPr>
      </p:pic>
      <p:pic>
        <p:nvPicPr>
          <p:cNvPr id="15" name="Grafik 14" descr="Prozessor">
            <a:extLst>
              <a:ext uri="{FF2B5EF4-FFF2-40B4-BE49-F238E27FC236}">
                <a16:creationId xmlns:a16="http://schemas.microsoft.com/office/drawing/2014/main" id="{31C900B2-7138-4A66-B539-932DC3DA73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76474" y="3596198"/>
            <a:ext cx="1049314" cy="1049314"/>
          </a:xfrm>
          <a:prstGeom prst="rect">
            <a:avLst/>
          </a:prstGeom>
        </p:spPr>
      </p:pic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F09EC34-E802-4AE6-9FE0-29AA604BDB98}"/>
              </a:ext>
            </a:extLst>
          </p:cNvPr>
          <p:cNvCxnSpPr>
            <a:cxnSpLocks/>
          </p:cNvCxnSpPr>
          <p:nvPr/>
        </p:nvCxnSpPr>
        <p:spPr>
          <a:xfrm flipH="1">
            <a:off x="3329433" y="2305372"/>
            <a:ext cx="1665836" cy="733933"/>
          </a:xfrm>
          <a:prstGeom prst="line">
            <a:avLst/>
          </a:prstGeom>
          <a:ln w="12700">
            <a:solidFill>
              <a:schemeClr val="bg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CBC25A99-5B60-4576-922F-84212C55183D}"/>
              </a:ext>
            </a:extLst>
          </p:cNvPr>
          <p:cNvCxnSpPr>
            <a:cxnSpLocks/>
          </p:cNvCxnSpPr>
          <p:nvPr/>
        </p:nvCxnSpPr>
        <p:spPr>
          <a:xfrm>
            <a:off x="7196730" y="2305372"/>
            <a:ext cx="1665837" cy="733933"/>
          </a:xfrm>
          <a:prstGeom prst="line">
            <a:avLst/>
          </a:prstGeom>
          <a:ln w="12700">
            <a:solidFill>
              <a:schemeClr val="bg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31E76965-7139-4880-9F1E-5EFC3409C0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17777" y="3490544"/>
            <a:ext cx="1243605" cy="1243605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49C58071-F4AA-493A-8CA8-10A127FF8C5C}"/>
              </a:ext>
            </a:extLst>
          </p:cNvPr>
          <p:cNvSpPr txBox="1"/>
          <p:nvPr/>
        </p:nvSpPr>
        <p:spPr>
          <a:xfrm>
            <a:off x="360186" y="4640442"/>
            <a:ext cx="5715576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2800" dirty="0">
                <a:solidFill>
                  <a:schemeClr val="bg1"/>
                </a:solidFill>
              </a:rPr>
              <a:t>Computing on the Cluster?</a:t>
            </a:r>
          </a:p>
          <a:p>
            <a:pPr algn="ctr">
              <a:buClr>
                <a:schemeClr val="accent1"/>
              </a:buClr>
            </a:pPr>
            <a:r>
              <a:rPr lang="en-US" dirty="0">
                <a:solidFill>
                  <a:schemeClr val="bg1"/>
                </a:solidFill>
              </a:rPr>
              <a:t>Automatic tracking of energy consumption with personalized reports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launching soon!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96236F1-10B5-4A1A-8FB3-AD497AC9019B}"/>
              </a:ext>
            </a:extLst>
          </p:cNvPr>
          <p:cNvSpPr txBox="1"/>
          <p:nvPr/>
        </p:nvSpPr>
        <p:spPr>
          <a:xfrm>
            <a:off x="3837483" y="6216385"/>
            <a:ext cx="4518866" cy="2369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i="1" dirty="0">
                <a:solidFill>
                  <a:schemeClr val="bg1"/>
                </a:solidFill>
              </a:rPr>
              <a:t>github.com/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-institute/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-energy-tracker</a:t>
            </a:r>
          </a:p>
        </p:txBody>
      </p:sp>
    </p:spTree>
    <p:extLst>
      <p:ext uri="{BB962C8B-B14F-4D97-AF65-F5344CB8AC3E}">
        <p14:creationId xmlns:p14="http://schemas.microsoft.com/office/powerpoint/2010/main" val="2126033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348A4E7-476D-4217-B22D-FCB647473001}"/>
              </a:ext>
            </a:extLst>
          </p:cNvPr>
          <p:cNvGrpSpPr/>
          <p:nvPr/>
        </p:nvGrpSpPr>
        <p:grpSpPr>
          <a:xfrm>
            <a:off x="10334186" y="380246"/>
            <a:ext cx="1480586" cy="1410454"/>
            <a:chOff x="695326" y="3614348"/>
            <a:chExt cx="1350758" cy="1286776"/>
          </a:xfrm>
        </p:grpSpPr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B9794120-E282-4410-964B-4CA77ED7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</a:blip>
            <a:stretch>
              <a:fillRect/>
            </a:stretch>
          </p:blipFill>
          <p:spPr>
            <a:xfrm>
              <a:off x="695326" y="3614348"/>
              <a:ext cx="1350758" cy="1286775"/>
            </a:xfrm>
            <a:prstGeom prst="rect">
              <a:avLst/>
            </a:prstGeom>
          </p:spPr>
        </p:pic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E7A8246D-62BB-40FE-B363-4BEE57E54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6F6F6F"/>
                </a:clrFrom>
                <a:clrTo>
                  <a:srgbClr val="6F6F6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5326" y="3614349"/>
              <a:ext cx="1350758" cy="1286775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FEE5EC7-A5F2-4181-B850-9F51DB1EDFBB}"/>
              </a:ext>
            </a:extLst>
          </p:cNvPr>
          <p:cNvGrpSpPr/>
          <p:nvPr/>
        </p:nvGrpSpPr>
        <p:grpSpPr>
          <a:xfrm>
            <a:off x="1943745" y="1514476"/>
            <a:ext cx="8304510" cy="5119168"/>
            <a:chOff x="1159977" y="1258432"/>
            <a:chExt cx="7798727" cy="4807389"/>
          </a:xfrm>
        </p:grpSpPr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1FEE5769-A967-4BC7-B4E0-2C25DDF8C6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7757"/>
            <a:stretch/>
          </p:blipFill>
          <p:spPr>
            <a:xfrm>
              <a:off x="1159977" y="1258432"/>
              <a:ext cx="7798727" cy="597528"/>
            </a:xfrm>
            <a:prstGeom prst="rect">
              <a:avLst/>
            </a:prstGeom>
          </p:spPr>
        </p:pic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82B81CD1-77C5-4465-8EC0-606DA8DF2C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2280" b="-18538"/>
            <a:stretch/>
          </p:blipFill>
          <p:spPr>
            <a:xfrm>
              <a:off x="1159977" y="1855960"/>
              <a:ext cx="7798727" cy="4209861"/>
            </a:xfrm>
            <a:prstGeom prst="rect">
              <a:avLst/>
            </a:prstGeom>
          </p:spPr>
        </p:pic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A4CC3B6C-2A10-4C8A-8851-3B1C79F34625}"/>
              </a:ext>
            </a:extLst>
          </p:cNvPr>
          <p:cNvSpPr txBox="1"/>
          <p:nvPr/>
        </p:nvSpPr>
        <p:spPr>
          <a:xfrm>
            <a:off x="3837483" y="6216385"/>
            <a:ext cx="4518866" cy="2369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i="1" dirty="0">
                <a:solidFill>
                  <a:schemeClr val="bg1"/>
                </a:solidFill>
              </a:rPr>
              <a:t>github.com/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-institute/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-energy-tracker</a:t>
            </a:r>
          </a:p>
        </p:txBody>
      </p:sp>
    </p:spTree>
    <p:extLst>
      <p:ext uri="{BB962C8B-B14F-4D97-AF65-F5344CB8AC3E}">
        <p14:creationId xmlns:p14="http://schemas.microsoft.com/office/powerpoint/2010/main" val="1034078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348A4E7-476D-4217-B22D-FCB647473001}"/>
              </a:ext>
            </a:extLst>
          </p:cNvPr>
          <p:cNvGrpSpPr/>
          <p:nvPr/>
        </p:nvGrpSpPr>
        <p:grpSpPr>
          <a:xfrm>
            <a:off x="10334186" y="380246"/>
            <a:ext cx="1480586" cy="1410454"/>
            <a:chOff x="695326" y="3614348"/>
            <a:chExt cx="1350758" cy="1286776"/>
          </a:xfrm>
        </p:grpSpPr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B9794120-E282-4410-964B-4CA77ED7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</a:blip>
            <a:stretch>
              <a:fillRect/>
            </a:stretch>
          </p:blipFill>
          <p:spPr>
            <a:xfrm>
              <a:off x="695326" y="3614348"/>
              <a:ext cx="1350758" cy="1286775"/>
            </a:xfrm>
            <a:prstGeom prst="rect">
              <a:avLst/>
            </a:prstGeom>
          </p:spPr>
        </p:pic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E7A8246D-62BB-40FE-B363-4BEE57E54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6F6F6F"/>
                </a:clrFrom>
                <a:clrTo>
                  <a:srgbClr val="6F6F6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5326" y="3614349"/>
              <a:ext cx="1350758" cy="1286775"/>
            </a:xfrm>
            <a:prstGeom prst="rect">
              <a:avLst/>
            </a:prstGeom>
          </p:spPr>
        </p:pic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828A8C1C-BFEE-46F9-8EC1-0A1D219803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2401"/>
          <a:stretch/>
        </p:blipFill>
        <p:spPr>
          <a:xfrm>
            <a:off x="2457106" y="806545"/>
            <a:ext cx="7277788" cy="343599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586D643-F25A-4F07-8B0B-8C60A947FD35}"/>
              </a:ext>
            </a:extLst>
          </p:cNvPr>
          <p:cNvSpPr txBox="1"/>
          <p:nvPr/>
        </p:nvSpPr>
        <p:spPr>
          <a:xfrm>
            <a:off x="2457105" y="4623951"/>
            <a:ext cx="7277789" cy="10128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600" b="1" i="1" dirty="0">
                <a:solidFill>
                  <a:schemeClr val="bg1"/>
                </a:solidFill>
              </a:rPr>
              <a:t>“Using </a:t>
            </a:r>
            <a:r>
              <a:rPr lang="en-US" sz="1600" b="1" i="1" dirty="0" err="1">
                <a:solidFill>
                  <a:schemeClr val="bg1"/>
                </a:solidFill>
              </a:rPr>
              <a:t>CodeCarbon</a:t>
            </a:r>
            <a:r>
              <a:rPr lang="en-US" sz="1600" b="1" i="1" dirty="0">
                <a:solidFill>
                  <a:schemeClr val="bg1"/>
                </a:solidFill>
              </a:rPr>
              <a:t> 3.0.8, the energy consumption of running all experiments on an Intel(R) Core(TM) i7-10610U CPU is estimated to 0.135 kWh. This corresponds to estimated carbon emissions of 0.051 kg of CO2-equivalents, assuming a carbon intensity of 380 gCO2/kWh.”</a:t>
            </a:r>
          </a:p>
        </p:txBody>
      </p:sp>
      <p:sp>
        <p:nvSpPr>
          <p:cNvPr id="11" name="Pfeil: nach links gekrümmt 10">
            <a:extLst>
              <a:ext uri="{FF2B5EF4-FFF2-40B4-BE49-F238E27FC236}">
                <a16:creationId xmlns:a16="http://schemas.microsoft.com/office/drawing/2014/main" id="{0AF92BB9-1FED-4084-B1F3-93DB96DAF62E}"/>
              </a:ext>
            </a:extLst>
          </p:cNvPr>
          <p:cNvSpPr/>
          <p:nvPr/>
        </p:nvSpPr>
        <p:spPr>
          <a:xfrm>
            <a:off x="9934401" y="3445034"/>
            <a:ext cx="1044828" cy="1861701"/>
          </a:xfrm>
          <a:prstGeom prst="curvedLeftArrow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180000" indent="-180000" algn="l">
              <a:lnSpc>
                <a:spcPts val="196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0E0D942-34A6-48AF-9990-5BB058FB43E1}"/>
              </a:ext>
            </a:extLst>
          </p:cNvPr>
          <p:cNvSpPr txBox="1"/>
          <p:nvPr/>
        </p:nvSpPr>
        <p:spPr>
          <a:xfrm>
            <a:off x="3837483" y="6216385"/>
            <a:ext cx="4518866" cy="2369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i="1" dirty="0">
                <a:solidFill>
                  <a:schemeClr val="bg1"/>
                </a:solidFill>
              </a:rPr>
              <a:t>github.com/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-institute/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-energy-tracker</a:t>
            </a:r>
          </a:p>
        </p:txBody>
      </p:sp>
    </p:spTree>
    <p:extLst>
      <p:ext uri="{BB962C8B-B14F-4D97-AF65-F5344CB8AC3E}">
        <p14:creationId xmlns:p14="http://schemas.microsoft.com/office/powerpoint/2010/main" val="2861324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348A4E7-476D-4217-B22D-FCB647473001}"/>
              </a:ext>
            </a:extLst>
          </p:cNvPr>
          <p:cNvGrpSpPr/>
          <p:nvPr/>
        </p:nvGrpSpPr>
        <p:grpSpPr>
          <a:xfrm>
            <a:off x="10334186" y="380246"/>
            <a:ext cx="1480586" cy="1410454"/>
            <a:chOff x="695326" y="3614348"/>
            <a:chExt cx="1350758" cy="1286776"/>
          </a:xfrm>
        </p:grpSpPr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B9794120-E282-4410-964B-4CA77ED7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</a:blip>
            <a:stretch>
              <a:fillRect/>
            </a:stretch>
          </p:blipFill>
          <p:spPr>
            <a:xfrm>
              <a:off x="695326" y="3614348"/>
              <a:ext cx="1350758" cy="1286775"/>
            </a:xfrm>
            <a:prstGeom prst="rect">
              <a:avLst/>
            </a:prstGeom>
          </p:spPr>
        </p:pic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E7A8246D-62BB-40FE-B363-4BEE57E54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6F6F6F"/>
                </a:clrFrom>
                <a:clrTo>
                  <a:srgbClr val="6F6F6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5326" y="3614349"/>
              <a:ext cx="1350758" cy="1286775"/>
            </a:xfrm>
            <a:prstGeom prst="rect">
              <a:avLst/>
            </a:prstGeom>
          </p:spPr>
        </p:pic>
      </p:grp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B37A2944-063C-4E15-A0BF-21132D584B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9533961"/>
              </p:ext>
            </p:extLst>
          </p:nvPr>
        </p:nvGraphicFramePr>
        <p:xfrm>
          <a:off x="5386811" y="1317196"/>
          <a:ext cx="6927913" cy="4934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feld 11">
            <a:extLst>
              <a:ext uri="{FF2B5EF4-FFF2-40B4-BE49-F238E27FC236}">
                <a16:creationId xmlns:a16="http://schemas.microsoft.com/office/drawing/2014/main" id="{A50A2C02-3434-4A8B-84D3-3A80E8A39659}"/>
              </a:ext>
            </a:extLst>
          </p:cNvPr>
          <p:cNvSpPr txBox="1"/>
          <p:nvPr/>
        </p:nvSpPr>
        <p:spPr>
          <a:xfrm>
            <a:off x="703151" y="1198702"/>
            <a:ext cx="6539622" cy="44935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2800" b="1" dirty="0">
                <a:solidFill>
                  <a:schemeClr val="bg1"/>
                </a:solidFill>
              </a:rPr>
              <a:t>Resource-awareness benefits:</a:t>
            </a: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You gain a new understanding of “SOTA”</a:t>
            </a: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You can discuss the efficiency and sustainability of your research</a:t>
            </a: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Your work might become more environmentally friendly</a:t>
            </a: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 can connect different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research groups @ </a:t>
            </a:r>
            <a:r>
              <a:rPr lang="en-US" sz="2400" dirty="0" err="1">
                <a:solidFill>
                  <a:schemeClr val="bg1"/>
                </a:solidFill>
              </a:rPr>
              <a:t>Lamarr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 can become a pioneering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research institute for Green AI</a:t>
            </a: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 can perform meta-studies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on compute demand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4BF90E-8ED4-42BE-A9FF-D1295AEAA53A}"/>
              </a:ext>
            </a:extLst>
          </p:cNvPr>
          <p:cNvSpPr txBox="1"/>
          <p:nvPr/>
        </p:nvSpPr>
        <p:spPr>
          <a:xfrm>
            <a:off x="3837483" y="6216385"/>
            <a:ext cx="4518866" cy="2369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i="1" dirty="0">
                <a:solidFill>
                  <a:schemeClr val="bg1"/>
                </a:solidFill>
              </a:rPr>
              <a:t>github.com/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-institute/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-energy-tracker</a:t>
            </a:r>
          </a:p>
        </p:txBody>
      </p:sp>
    </p:spTree>
    <p:extLst>
      <p:ext uri="{BB962C8B-B14F-4D97-AF65-F5344CB8AC3E}">
        <p14:creationId xmlns:p14="http://schemas.microsoft.com/office/powerpoint/2010/main" val="524503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07F0D3E4-AF4D-49CB-9967-47551CA2D48F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1"/>
            </p:custDataLst>
          </p:nvPr>
        </p:nvSpPr>
        <p:spPr>
          <a:xfrm>
            <a:off x="457200" y="496445"/>
            <a:ext cx="7416288" cy="1107996"/>
          </a:xfrm>
        </p:spPr>
        <p:txBody>
          <a:bodyPr/>
          <a:lstStyle/>
          <a:p>
            <a:r>
              <a:rPr lang="en-US" sz="3600" dirty="0"/>
              <a:t>TL;DR - LET’s all become more resource-aware @ </a:t>
            </a:r>
            <a:r>
              <a:rPr lang="en-US" sz="3600" dirty="0" err="1"/>
              <a:t>Lamarr</a:t>
            </a:r>
            <a:r>
              <a:rPr lang="en-US" sz="3600" dirty="0"/>
              <a:t>!</a:t>
            </a:r>
            <a:endParaRPr lang="en-US" sz="2000" i="1" dirty="0"/>
          </a:p>
        </p:txBody>
      </p:sp>
      <p:pic>
        <p:nvPicPr>
          <p:cNvPr id="12292" name="Picture 4" descr="Dr. Sebastian Buschjäger - TU Dortmund">
            <a:extLst>
              <a:ext uri="{FF2B5EF4-FFF2-40B4-BE49-F238E27FC236}">
                <a16:creationId xmlns:a16="http://schemas.microsoft.com/office/drawing/2014/main" id="{2FF93526-6D83-4D4E-9B64-51974113D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62" y="3358021"/>
            <a:ext cx="1427758" cy="14382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FCF8CC6-9395-42D2-A971-20650F1A7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663" y="3358021"/>
            <a:ext cx="1438275" cy="14382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BB164FA-BF12-42F7-984B-20903D2D4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125" y="2209800"/>
            <a:ext cx="2571750" cy="2571750"/>
          </a:xfrm>
          <a:prstGeom prst="rect">
            <a:avLst/>
          </a:prstGeom>
        </p:spPr>
      </p:pic>
      <p:sp>
        <p:nvSpPr>
          <p:cNvPr id="17" name="Textplatzhalter 1">
            <a:extLst>
              <a:ext uri="{FF2B5EF4-FFF2-40B4-BE49-F238E27FC236}">
                <a16:creationId xmlns:a16="http://schemas.microsoft.com/office/drawing/2014/main" id="{E1A10974-17CE-4686-921D-CF518268C941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gray">
          <a:xfrm>
            <a:off x="6153150" y="2280698"/>
            <a:ext cx="7416288" cy="738664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1800"/>
              </a:spcAft>
              <a:buFontTx/>
              <a:buNone/>
              <a:defRPr lang="en-US" sz="3200" b="0" kern="1200" noProof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1800"/>
              </a:spcAft>
              <a:buFont typeface="Work Sans" pitchFamily="2" charset="0"/>
              <a:buNone/>
              <a:defRPr lang="en-US" sz="1600" b="0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800"/>
              </a:spcAft>
              <a:buFont typeface="Symbol" panose="05050102010706020507" pitchFamily="18" charset="2"/>
              <a:buNone/>
              <a:defRPr lang="en-US" sz="1400" b="0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800"/>
              </a:spcAft>
              <a:buClrTx/>
              <a:buFont typeface="Symbol" panose="05050102010706020507" pitchFamily="18" charset="2"/>
              <a:buNone/>
              <a:defRPr lang="en-US" sz="1400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1800"/>
              </a:spcAft>
              <a:buClrTx/>
              <a:buFont typeface="+mj-lt"/>
              <a:buNone/>
              <a:defRPr lang="en-US" sz="1400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1800"/>
              </a:spcAft>
              <a:buClrTx/>
              <a:buFont typeface="+mj-lt"/>
              <a:buNone/>
              <a:defRPr lang="en-US" sz="1600" kern="1200" noProof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1800"/>
              </a:spcAft>
              <a:buClrTx/>
              <a:buFont typeface="+mj-lt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1800"/>
              </a:spcAft>
              <a:buClrTx/>
              <a:buFont typeface="+mj-lt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1800"/>
              </a:spcAft>
              <a:buClrTx/>
              <a:buFont typeface="+mj-lt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latin typeface="+mn-lt"/>
              </a:rPr>
              <a:t>Questions or Feedback?</a:t>
            </a:r>
            <a:br>
              <a:rPr lang="en-US" sz="2400" dirty="0">
                <a:latin typeface="+mn-lt"/>
              </a:rPr>
            </a:br>
            <a:r>
              <a:rPr lang="en-US" sz="2400" b="1" dirty="0">
                <a:latin typeface="+mn-lt"/>
              </a:rPr>
              <a:t>Get in touch with </a:t>
            </a:r>
            <a:r>
              <a:rPr lang="en-US" sz="2400" b="1" dirty="0" err="1">
                <a:latin typeface="+mn-lt"/>
              </a:rPr>
              <a:t>ReAML</a:t>
            </a:r>
            <a:r>
              <a:rPr lang="en-US" sz="2400" b="1" dirty="0">
                <a:latin typeface="+mn-lt"/>
              </a:rPr>
              <a:t>!</a:t>
            </a:r>
            <a:endParaRPr lang="en-US" sz="1400" b="1" i="1" dirty="0">
              <a:latin typeface="+mn-lt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FA0DBD5B-FB40-4F50-A877-577DDA24AFA4}"/>
              </a:ext>
            </a:extLst>
          </p:cNvPr>
          <p:cNvGrpSpPr/>
          <p:nvPr/>
        </p:nvGrpSpPr>
        <p:grpSpPr>
          <a:xfrm>
            <a:off x="1075207" y="2371713"/>
            <a:ext cx="2515159" cy="2396022"/>
            <a:chOff x="695326" y="3614348"/>
            <a:chExt cx="1350758" cy="1286776"/>
          </a:xfrm>
        </p:grpSpPr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7EFC89C7-E66C-4972-8D31-E4770DA8D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</a:blip>
            <a:stretch>
              <a:fillRect/>
            </a:stretch>
          </p:blipFill>
          <p:spPr>
            <a:xfrm>
              <a:off x="695326" y="3614348"/>
              <a:ext cx="1350758" cy="1286775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E23A2827-5844-4C7C-83FC-2DF523DA8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6F6F6F"/>
                </a:clrFrom>
                <a:clrTo>
                  <a:srgbClr val="6F6F6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5326" y="3614349"/>
              <a:ext cx="1350758" cy="1286775"/>
            </a:xfrm>
            <a:prstGeom prst="rect">
              <a:avLst/>
            </a:prstGeom>
          </p:spPr>
        </p:pic>
      </p:grpSp>
      <p:sp>
        <p:nvSpPr>
          <p:cNvPr id="21" name="Textfeld 20">
            <a:extLst>
              <a:ext uri="{FF2B5EF4-FFF2-40B4-BE49-F238E27FC236}">
                <a16:creationId xmlns:a16="http://schemas.microsoft.com/office/drawing/2014/main" id="{76B4D391-D931-4739-B4FA-F8CF8A76EAA6}"/>
              </a:ext>
            </a:extLst>
          </p:cNvPr>
          <p:cNvSpPr txBox="1"/>
          <p:nvPr/>
        </p:nvSpPr>
        <p:spPr>
          <a:xfrm>
            <a:off x="3836567" y="5001715"/>
            <a:ext cx="4518866" cy="2369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i="1" dirty="0">
                <a:solidFill>
                  <a:schemeClr val="bg1"/>
                </a:solidFill>
              </a:rPr>
              <a:t>github.com/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-institute/</a:t>
            </a:r>
            <a:r>
              <a:rPr lang="en-US" sz="1400" i="1" dirty="0" err="1">
                <a:solidFill>
                  <a:schemeClr val="bg1"/>
                </a:solidFill>
              </a:rPr>
              <a:t>lamarr</a:t>
            </a:r>
            <a:r>
              <a:rPr lang="en-US" sz="1400" i="1" dirty="0">
                <a:solidFill>
                  <a:schemeClr val="bg1"/>
                </a:solidFill>
              </a:rPr>
              <a:t>-energy-tracker</a:t>
            </a:r>
          </a:p>
        </p:txBody>
      </p:sp>
    </p:spTree>
    <p:extLst>
      <p:ext uri="{BB962C8B-B14F-4D97-AF65-F5344CB8AC3E}">
        <p14:creationId xmlns:p14="http://schemas.microsoft.com/office/powerpoint/2010/main" val="2979707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heme/theme1.xml><?xml version="1.0" encoding="utf-8"?>
<a:theme xmlns:a="http://schemas.openxmlformats.org/drawingml/2006/main" name="Lamarr Institut">
  <a:themeElements>
    <a:clrScheme name="Lamarr-Institut">
      <a:dk1>
        <a:srgbClr val="0C122B"/>
      </a:dk1>
      <a:lt1>
        <a:sysClr val="window" lastClr="FFFFFF"/>
      </a:lt1>
      <a:dk2>
        <a:srgbClr val="0C122B"/>
      </a:dk2>
      <a:lt2>
        <a:srgbClr val="FFFFFF"/>
      </a:lt2>
      <a:accent1>
        <a:srgbClr val="009EE3"/>
      </a:accent1>
      <a:accent2>
        <a:srgbClr val="59BDF7"/>
      </a:accent2>
      <a:accent3>
        <a:srgbClr val="E82E82"/>
      </a:accent3>
      <a:accent4>
        <a:srgbClr val="983082"/>
      </a:accent4>
      <a:accent5>
        <a:srgbClr val="35CDB4"/>
      </a:accent5>
      <a:accent6>
        <a:srgbClr val="FFBC29"/>
      </a:accent6>
      <a:hlink>
        <a:srgbClr val="009EE3"/>
      </a:hlink>
      <a:folHlink>
        <a:srgbClr val="983082"/>
      </a:folHlink>
    </a:clrScheme>
    <a:fontScheme name="Lamarr-Institut">
      <a:majorFont>
        <a:latin typeface="Work Sans SemiBold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9EE3"/>
        </a:solidFill>
        <a:ln w="9525">
          <a:noFill/>
        </a:ln>
      </a:spPr>
      <a:bodyPr lIns="108000" tIns="108000" rIns="108000" bIns="108000" rtlCol="0" anchor="ctr"/>
      <a:lstStyle>
        <a:defPPr marL="180000" indent="-180000" algn="l">
          <a:lnSpc>
            <a:spcPts val="1960"/>
          </a:lnSpc>
          <a:buClr>
            <a:schemeClr val="accent1"/>
          </a:buClr>
          <a:buFont typeface="Wingdings" panose="05000000000000000000" pitchFamily="2" charset="2"/>
          <a:buChar char="§"/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009EE3"/>
          </a:solidFill>
          <a:headEnd type="none" w="med" len="med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1960"/>
          </a:lnSpc>
          <a:buClr>
            <a:schemeClr val="accent1"/>
          </a:buClr>
          <a:defRPr sz="1400" dirty="0" smtClean="0"/>
        </a:defPPr>
      </a:lstStyle>
    </a:txDef>
  </a:objectDefaults>
  <a:extraClrSchemeLst/>
  <a:custClrLst>
    <a:custClr>
      <a:srgbClr val="0C122B"/>
    </a:custClr>
    <a:custClr>
      <a:srgbClr val="FFFFFF"/>
    </a:custClr>
    <a:custClr>
      <a:srgbClr val="009EE3"/>
    </a:custClr>
    <a:custClr>
      <a:srgbClr val="59BDF7"/>
    </a:custClr>
    <a:custClr>
      <a:srgbClr val="E82E82"/>
    </a:custClr>
    <a:custClr>
      <a:srgbClr val="983082"/>
    </a:custClr>
    <a:custClr>
      <a:srgbClr val="4A4AD8"/>
    </a:custClr>
    <a:custClr>
      <a:srgbClr val="35CDB4"/>
    </a:custClr>
    <a:custClr>
      <a:srgbClr val="FFBC29"/>
    </a:custClr>
    <a:custClr>
      <a:srgbClr val="EC6469"/>
    </a:custClr>
    <a:custClr>
      <a:srgbClr val="706F6F"/>
    </a:custClr>
  </a:custClrLst>
  <a:extLst>
    <a:ext uri="{05A4C25C-085E-4340-85A3-A5531E510DB2}">
      <thm15:themeFamily xmlns:thm15="http://schemas.microsoft.com/office/thememl/2012/main" name="01_Lamarr_PowerPoint_Master_Template.potx" id="{C81D1A75-B43E-4AE8-87FA-40C49100F4DD}" vid="{49068C5C-35A2-490B-B0AD-EE3C7608A20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01_Lamarr_PowerPoint_Master_Template</Template>
  <TotalTime>0</TotalTime>
  <Words>291</Words>
  <Application>Microsoft Office PowerPoint</Application>
  <PresentationFormat>Breitbild</PresentationFormat>
  <Paragraphs>35</Paragraphs>
  <Slides>8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Arial</vt:lpstr>
      <vt:lpstr>Symbol</vt:lpstr>
      <vt:lpstr>Wingdings</vt:lpstr>
      <vt:lpstr>Work Sans</vt:lpstr>
      <vt:lpstr>Work Sans SemiBold</vt:lpstr>
      <vt:lpstr>Lamarr Institut</vt:lpstr>
      <vt:lpstr>think-cell Folie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Raphael Fischer</dc:creator>
  <cp:lastModifiedBy> </cp:lastModifiedBy>
  <cp:revision>698</cp:revision>
  <cp:lastPrinted>2025-12-01T11:06:12Z</cp:lastPrinted>
  <dcterms:created xsi:type="dcterms:W3CDTF">2024-05-24T15:29:41Z</dcterms:created>
  <dcterms:modified xsi:type="dcterms:W3CDTF">2025-12-01T12:44:13Z</dcterms:modified>
</cp:coreProperties>
</file>